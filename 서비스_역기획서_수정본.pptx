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1T00:13:24.998" v="77" actId="1037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  <pc:sldChg chg="modSp mod">
        <pc:chgData name="수빈 박" userId="ce32221d53103a11" providerId="LiveId" clId="{02494E6E-0340-47F7-B897-6DA0D2D16AC8}" dt="2026-08-21T00:13:24.998" v="77" actId="1037"/>
        <pc:sldMkLst>
          <pc:docMk/>
          <pc:sldMk cId="1862840467" sldId="283"/>
        </pc:sldMkLst>
        <pc:spChg chg="mod">
          <ac:chgData name="수빈 박" userId="ce32221d53103a11" providerId="LiveId" clId="{02494E6E-0340-47F7-B897-6DA0D2D16AC8}" dt="2026-08-21T00:13:02.730" v="68" actId="1036"/>
          <ac:spMkLst>
            <pc:docMk/>
            <pc:sldMk cId="1862840467" sldId="283"/>
            <ac:spMk id="7" creationId="{BF15830B-1A39-4349-A825-D198C951F6DD}"/>
          </ac:spMkLst>
        </pc:spChg>
        <pc:spChg chg="mod">
          <ac:chgData name="수빈 박" userId="ce32221d53103a11" providerId="LiveId" clId="{02494E6E-0340-47F7-B897-6DA0D2D16AC8}" dt="2026-08-21T00:13:02.730" v="68" actId="1036"/>
          <ac:spMkLst>
            <pc:docMk/>
            <pc:sldMk cId="1862840467" sldId="283"/>
            <ac:spMk id="8" creationId="{1E8E4BF1-F1EE-43BF-8242-E42BA321F9D9}"/>
          </ac:spMkLst>
        </pc:spChg>
        <pc:spChg chg="mod">
          <ac:chgData name="수빈 박" userId="ce32221d53103a11" providerId="LiveId" clId="{02494E6E-0340-47F7-B897-6DA0D2D16AC8}" dt="2026-08-21T00:13:24.998" v="77" actId="1037"/>
          <ac:spMkLst>
            <pc:docMk/>
            <pc:sldMk cId="1862840467" sldId="283"/>
            <ac:spMk id="10" creationId="{B6723069-61C6-4ECF-9192-FDB92A16CDD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SERVICE REVERSE PLANNING</a:t>
            </a:r>
          </a:p>
        </p:txBody>
      </p:sp>
      <p:sp>
        <p:nvSpPr>
          <p:cNvPr id="101" name="사각형: 둥근 모서리 100"/>
          <p:cNvSpPr>
            <a:spLocks noGrp="1"/>
          </p:cNvSpPr>
          <p:nvPr/>
        </p:nvSpPr>
        <p:spPr>
          <a:xfrm>
            <a:off x="2931300" y="49530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같이 보기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둘이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납득하는</a:t>
            </a:r>
            <a:r>
              <a:rPr sz="3825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25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결정까지</a:t>
            </a:r>
            <a:endParaRPr sz="3825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부동산 공동 주거 의사결정 기능 역기획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975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75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975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없이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대가를</a:t>
            </a:r>
            <a:r>
              <a:rPr sz="9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설명</a:t>
            </a:r>
            <a:endParaRPr sz="9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 후보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후보 2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EXECUTIVE 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검색을 넓히지 않고, 저장해둔 매물의 공동 결정을 돕는다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  <a:endParaRPr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경쟁·대체재 압력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위에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붙는다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조건과 우선순위가 다르다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충돌은 확인 · 지연 인과는 미검증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지연 인과 검증이 급소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메커니즘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종료점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최대 5개 → 방문 2개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상대방 참여 선행 측정</a:t>
            </a: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239023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충돌→지연 인과 인터뷰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6686550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프로토타입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665158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665158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5008058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5008058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 범위를 '온라인 집 찾기'가 아니라 '찾은 뒤 함께 정하기'까지로 본다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대한민국 온라인 주거용 부동산 탐색·비교·의사결정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INITIAL ENTRY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전·월세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주거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탐색자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 · 주거 형태 자체는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계약·등기·보증보험·대출 실행 · 3인 이상 공동 결정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 경쟁보다 더 큰 위협은 이미 익숙해진 대체 수단이다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카톡·지도·엑셀·메모보다 시작이 복잡하면 쓰이지 않음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가입·초대·조건 입력 마찰을 최소화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 매물 데이터를 읽어 판정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‘매물을 더 잘 찾기’보다 기존 탐색 위에 붙는 공동 의사결정 레이어</a:t>
            </a:r>
          </a:p>
        </p:txBody>
      </p:sp>
    </p:spTree>
    <p:extLst>
      <p:ext uri="{BB962C8B-B14F-4D97-AF65-F5344CB8AC3E}">
        <p14:creationId xmlns:p14="http://schemas.microsoft.com/office/powerpoint/2010/main"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MARKET · SIZE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 규모에서 중요한 건 큰 숫자가 아니라 하한선과 가정의 범위다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앱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이용자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자릿수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중간 · 중복 제거 불가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SAM 하한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높음 · 신혼부부만 반영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 </a:t>
            </a:r>
            <a:r>
              <a:rPr sz="10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시나리오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MAU 134만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가정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5/10/15%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낮음 · 수요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모바일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MAU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SOM은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범위로만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해석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보유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자산을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활용해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미점유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구간을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공략한다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숫자의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확실성은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다르다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VALUE CHAIN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가치사슬에서 비어 있는 구간은 관심매물 저장과 문의·방문 사이다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정규화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OPPORTUNITY ZONE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네이버에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남지만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두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조율은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도구를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오간다는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팀의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관찰</a:t>
            </a:r>
            <a:r>
              <a:rPr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추론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내부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데이터로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사실이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아님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제품 경계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DB ·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검색을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않는다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적용한다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ENTERPRISE · KSF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성공의 핵심은 데이터가 아니라 '두 번째 사람이 끝까지 참여하게 만드는 경험'이다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NAVER ASSETS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DECISION KSF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조건이 매물이 바뀌어도 살아남는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 중심의 낮은 초대 마찰과 최소 입력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후 기존 행동으로 자연스럽게 복귀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참여가 급소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초대받은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조건까지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입력하는가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않아도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막히지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않지만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, 1인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주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경로로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제품 사용자 범위는 넓게 잡고, 첫 검증 표본만 일부러 좁힌다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의지 높음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상대적으로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표본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완전공동형 — 두 사람이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3인 이상 · 부모–자녀 · 주도–승인형</a:t>
            </a:r>
          </a:p>
        </p:txBody>
      </p:sp>
    </p:spTree>
    <p:extLst>
      <p:ext uri="{BB962C8B-B14F-4D97-AF65-F5344CB8AC3E}">
        <p14:creationId xmlns:p14="http://schemas.microsoft.com/office/powerpoint/2010/main"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ROLES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초대자는 후보를 만들고, 수신자는 맥락을 이해한 뒤 자기 조건을 낸다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초대자 · PC WEB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수신자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· MOBILE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카카오톡 등에서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필요 가치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맥락을 알고 최소 입력으로 참여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권한은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대칭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B의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바꾸지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진입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기기는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다르지만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비중은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같다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JOURNEY / JTBD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 원하는 건 검색이 아니라, 감수할 조건을 알고 방문 후보를 정하는 일이다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관찰/추론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B의 초대 맥락 부족과 의견 기준의 비구조화는 사용자 검증이 필요한 CJM 모델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JOB TO BE DONE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저장한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중,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이번에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두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곳을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정한다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Functional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Relational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p14:creationId xmlns:p14="http://schemas.microsoft.com/office/powerpoint/2010/main"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CUSTOMER · OPPORTUNITY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중요한 기회는 '의견 교환' 단계지만, 아직 수치 점수는 없다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WHY PRIORITY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도구로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우회하기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어려운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</a:t>
            </a:r>
            <a:r>
              <a:rPr sz="140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‘그냥 별로’가 선택 근거로 이어지지 않는 구간 [추론]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앞 단계의 비교 노력을 다시 탐색으로 되돌릴 수 있음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Opportunity Score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Importance +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max(Importance − Satisfaction, 0)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수치 TBD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OS ≥ 12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적용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여부는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추후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조사</a:t>
            </a: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비교와 조건 충돌은 확인됐지만, '지연 인과'는 아직 근거가 없다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도구의 존재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참여·평가 형태의 존재 증명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충돌은</a:t>
            </a: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존재한다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[확인]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때문에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지연된다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직접 근거 미발견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반대 신호: Zillow 응답자의 60%는 ‘결국 상관없었다’고 회고</a:t>
            </a:r>
          </a:p>
        </p:txBody>
      </p:sp>
    </p:spTree>
    <p:extLst>
      <p:ext uri="{BB962C8B-B14F-4D97-AF65-F5344CB8AC3E}">
        <p14:creationId xmlns:p14="http://schemas.microsoft.com/office/powerpoint/2010/main"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우리가 풀어야 할 문제는 정보를 모으는 게 아니라, '두 사람의 기준 차이를 설명하는 일'이다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분산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수동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혼자 구해도 발생 · 기록/공유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두 사람이 함께 결정할 때 생기는 추가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추론/검증 가설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갈래가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만나는</a:t>
            </a: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지점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정하는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3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 질문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우리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둘에게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좋은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?’이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 ‘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감수하고도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집은</a:t>
            </a: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?’</a:t>
            </a:r>
          </a:p>
        </p:txBody>
      </p:sp>
    </p:spTree>
    <p:extLst>
      <p:ext uri="{BB962C8B-B14F-4D97-AF65-F5344CB8AC3E}">
        <p14:creationId xmlns:p14="http://schemas.microsoft.com/office/powerpoint/2010/main"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SAME DOMAIN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동종 서비스들도 저장과 평가는 해주지만, '누가 무엇을 양보하는지'까지는 보여주지 못한다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trade-off 설명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우리 검증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합산 없이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주체를 설명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판정은 기회 구간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집노트 등 20개+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대부분 1인·총점·단방향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TwoKeys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평가·total rating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공동 평가 형태 존재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조건을 매물에 저장·합산</a:t>
            </a:r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존재 증명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서비스 존재 ≠ 국내 수요·초대 수락·효과 검증</a:t>
            </a:r>
          </a:p>
        </p:txBody>
      </p:sp>
    </p:spTree>
    <p:extLst>
      <p:ext uri="{BB962C8B-B14F-4D97-AF65-F5344CB8AC3E}">
        <p14:creationId xmlns:p14="http://schemas.microsoft.com/office/powerpoint/2010/main"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ADJACENT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인접 서비스에서 배울 점은 기능이 아니라, 참여를 만드는 방식이다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2인 초대의 존재 증명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 후 최소 입력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룸메이트 조건·성향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입력 부담 참고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판정 조건과 다름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투표·순위는 그대로 못 옮김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마찰을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방식으로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줄였는지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분해한다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서비스의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정답’은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가져오지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않는다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BENCHMARK · CROSS INDUSTRY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다른 업계에서 얻은 핵심 교훈은 '집계보다 균형 있는 비교'다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ORIGINAL · OPTION GRID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옵션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B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연구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중 28개가 side-by-side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균형 인식 70~96% · 부동산 효과 전이는 추론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형식·균형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원칙만 전이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ADAPTED · JOINT HOUSING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총점으로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합치지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‘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충족’을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유지한다</a:t>
            </a: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그대로 가져올 것은 '참여·병렬 비교·설명'이고, 바꿀 것은 '하나의 답으로 모으는 방식'이다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링크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기본·코드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모바일에서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본다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side-by-side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블록의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크기·순서·손실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이득을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동일하게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가치</a:t>
            </a: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우선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통근 → 추가 필수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옵션</a:t>
            </a:r>
            <a:r>
              <a:rPr sz="14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, 행=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조건으로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바꿔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한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매물의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대가를</a:t>
            </a: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단일 결과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상태만 설명하고 방문 후보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개인 rating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조건을 사람에게 저장해 새 매물에 재적용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전이는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복제가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작동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원리를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단위에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맞게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바꾸는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일</a:t>
            </a:r>
          </a:p>
        </p:txBody>
      </p:sp>
    </p:spTree>
    <p:extLst>
      <p:ext uri="{BB962C8B-B14F-4D97-AF65-F5344CB8AC3E}">
        <p14:creationId xmlns:p14="http://schemas.microsoft.com/office/powerpoint/2010/main"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TRANSFER · EXCLUDE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총점·자동 추천·투표를 쓰면 결정은 빨라져도 핵심 차이는 사라진다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순위 합산 방식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승패 프레임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가치 판단을 대행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대신 유지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실제값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기준값</a:t>
            </a:r>
            <a:r>
              <a:rPr sz="10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한쪽만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충족을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대상으로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각자 2개 선택 → 겹침·분할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통근시간대 지도 기반 후보 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출근지는 판정 조건 중 하나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평가적 사진 강조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식별 수준만 · 노출 범위 TBD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사진 TBD</a:t>
            </a:r>
          </a:p>
        </p:txBody>
      </p:sp>
    </p:spTree>
    <p:extLst>
      <p:ext uri="{BB962C8B-B14F-4D97-AF65-F5344CB8AC3E}">
        <p14:creationId xmlns:p14="http://schemas.microsoft.com/office/powerpoint/2010/main"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 차이를 보고, 둘이 납득할 방문 후보를 정한다</a:t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납득할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결정하도록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돕는다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누구의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무엇이</a:t>
            </a:r>
            <a:r>
              <a:rPr sz="1050" b="0" dirty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Short VP  ·  각자의 조건과 양보 지점을 보고, 함께 보러 갈 집을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5개 중에서, '정답 1개'가 아니라 '방문 후보 2개'를 고르는 과정이다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2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후  · 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2개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1개만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겹치면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2라운드 후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분할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2  ·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중개사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질문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체크리스트</a:t>
            </a:r>
            <a:r>
              <a:rPr sz="12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 →  </a:t>
            </a: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정책 확정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비교표에서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행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제거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자동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타협이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상태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변화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E2E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초대자가 후보를 만드는 과정과 수신자가 부담 없이 참여하는 과정을 하나의 흐름으로 잇는다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추가 조건·초대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완화 제안 선택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후 기록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SYSTEM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 객체 초안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A 조건 저장·첫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문장·0건 분기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겹침·최대 2라운드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유지·보류·제외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후보·A 선호 먼저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결과 후 로그인 방향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조건 대조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확인 필요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질문·체크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a16:creationId xmlns:a16="http://schemas.microsoft.com/office/drawing/2014/main"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정책</a:t>
            </a:r>
            <a:r>
              <a:rPr sz="10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 TBD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B는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맥락을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본다</a:t>
            </a:r>
            <a:r>
              <a:rPr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기능의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비로그인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사용을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확정하지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TO-BE · CORE MOMENTS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핵심 화면은 '참여 이유 → 양보 이해 → 남은 한 자리 결정' 순서로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5개 + A 선호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A의 선호를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A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B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이미 겹친 1개는 유지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재탐색 필터 제안 상세 TBD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재탐색 필터 제안 화면은 핵심 8장에 포함됐지만 상세 미설계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핵심 원칙 — 사진·추천 배지보다 양보 문장을 우선한다</a:t>
            </a:r>
          </a:p>
        </p:txBody>
      </p:sp>
    </p:spTree>
    <p:extLst>
      <p:ext uri="{BB962C8B-B14F-4D97-AF65-F5344CB8AC3E}">
        <p14:creationId xmlns:p14="http://schemas.microsoft.com/office/powerpoint/2010/main"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CONDITION MODEL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저장하고, '미충족·확인 필요·해당 없음'을 섞지 않는다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공통 필수 · 사람마다 상한 가능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여부 후 해당자만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추가 필수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0~4개 · 사용자 선택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자유 문장 0~3개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 · 상한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공통 · 고르지 않음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통근시간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역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도보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전용면적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sz="1100"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상태는 서로 다른 의미다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4343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미충족</a:t>
            </a:r>
            <a:endParaRPr sz="1100" b="1" dirty="0">
              <a:solidFill>
                <a:srgbClr val="D9770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4355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재봤고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기준에</a:t>
            </a:r>
            <a:r>
              <a:rPr sz="11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못 </a:t>
            </a: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미침</a:t>
            </a:r>
            <a:endParaRPr sz="11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641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실제값·기준값·미달량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1772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1100" b="1" dirty="0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불가</a:t>
            </a:r>
            <a:endParaRPr sz="1100" b="1" dirty="0">
              <a:solidFill>
                <a:srgbClr val="B43C3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1784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경로/데이터 계산 실패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1070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오류 안내 · 미충족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92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9214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데이터로 판정 불가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500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전 질문 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663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6643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잴 대상이 없음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929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행 제거 · 예: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안 함 =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정상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경로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통근·교통비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판정</a:t>
            </a:r>
            <a:r>
              <a:rPr sz="11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DATA · SYSTEM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시스템은 매물을 새로 복제하지 않고, 읽고 판정한 뒤 네이버로 돌려보낸다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READ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주차·역 도보·거래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DECIDE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같이 보기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판정·미달량·양보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962025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검색 / 방문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사용자가 필터를 눌러 재탐색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방문·문의 행동으로 복귀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임시 조건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초대 코드 연결 · 마지막 접근 +30일 삭제 · 로그인 시 이관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(출근지, 매물 좌표, 이동수단) 캐시 · 출근 안 함은 호출 제외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기회비용·대출이자·월세·관리비·교통비·초기비용 + 전제·기준일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내부 의존성 TBD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검색 count · 필터 파라미터 · 경로 비용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사진·설명·중개사 정보는 판정 데이터로 받지 않음 · 네이버 매물 데이터에 write하지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PURPOSE / SCOPE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PRD의 목표는 방문 후보 2개를 '근거를 알고' 정하게 하는 것이다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PRODUCT GOAL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사람이 각 매물의 충족·미달·확인 사항을 이해하고, 자기 판단으로 방문 후보 2개를 정한다.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1 · 검증 코어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필수 + 출근 여부 분기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판정·비용·통근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완화·0건 분기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MVP 단계 2 · 종료점 완성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전 중개사 질문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 체크리스트·유지/보류/제외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NON-GOALS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종합점수 · AI 최종 선택 · 계약/대출 실행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확정 수치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2인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≤ 5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추가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필수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0~4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선호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0~3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2라운드</a:t>
            </a:r>
          </a:p>
        </p:txBody>
      </p:sp>
    </p:spTree>
    <p:extLst>
      <p:ext uri="{BB962C8B-B14F-4D97-AF65-F5344CB8AC3E}">
        <p14:creationId xmlns:p14="http://schemas.microsoft.com/office/powerpoint/2010/main"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FUNCTIONAL REQUIREMENTS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25개 요구사항은 '참여 → 조건 → 판정 → trade-off → 결정 → 지속' 순서로 이어진다</a:t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1~5개 · 링크/코드 · B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필수 · 출근 여부 · 선택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trade-off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양보 주체·미달량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막다른 길·결정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0건 분기 · 각자 2개 · 최대 2라운드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반복과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소진 · 질문·방문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비교·설명한다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· 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후보·순위·강제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타협·상대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변경은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결정한다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56개 완료조건은 화면이 있는지보다 '판단을 왜곡하지 않는가'를 검수한다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요구사항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완료조건 작성 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확정 요구사항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일부 TBD 요구사항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일부 TBD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후보·초대·조건·로그인·1인 빈 경로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조건별 판정·양보·완화·0건 분기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방문 2개·지속·소진·질문·가드레일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대표 Guardrail 완료조건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출근지·이동수단 미요구 · 통근 제외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0개/2라운드 불일치 → 분할 · 투표·자동선택 금지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 안 함 → 해당 없음 · 비교표 통근 행 제거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적합도·추천 배지·AI 최종 선택 미표시</a:t>
            </a:r>
          </a:p>
        </p:txBody>
      </p:sp>
    </p:spTree>
    <p:extLst>
      <p:ext uri="{BB962C8B-B14F-4D97-AF65-F5344CB8AC3E}">
        <p14:creationId xmlns:p14="http://schemas.microsoft.com/office/powerpoint/2010/main"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VALIDATION · KPI / GUARDRAIL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성공 기준은 '빠른 계약'이 아니라, 참여부터 방문 후보 결정까지의 검증이다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91166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NORTH STAR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3546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발송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건 중 7일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안에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‘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2개’가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정해진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목표값 TBD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29056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7일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적정성도</a:t>
            </a: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첫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측정</a:t>
            </a:r>
            <a:r>
              <a:rPr sz="800" b="0" dirty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8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조정</a:t>
            </a:r>
            <a:endParaRPr sz="8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상대방 참여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 진입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충돌→지연 인과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경험 + 원인 분리 인터뷰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급소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PROTOTYPE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단계 1 코어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전제 통과 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입력·비용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신뢰·매물</a:t>
            </a:r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지속성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입력·신뢰·지속성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A/B 동일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동의 없는 조건 변경 없음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성공지표로 쓰지 않음  ·  결정 시간 단축 · 갈등 감소 · 계약 전환 상승 · 탐색 기간 감소</a:t>
            </a:r>
          </a:p>
        </p:txBody>
      </p:sp>
    </p:spTree>
    <p:extLst>
      <p:ext uri="{BB962C8B-B14F-4D97-AF65-F5344CB8AC3E}">
        <p14:creationId xmlns:p14="http://schemas.microsoft.com/office/powerpoint/2010/main"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RISKS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가장 큰 리스크는 기능이 부족한 게 아니라, 'B가 오지 않거나 애초에 문제를 잘못 짚었을 가능성'이다</a:t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/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초대에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들어오지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선행 측정 · 1인 빈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충돌이 지연의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원인 분리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점진적 공개 · 모든 숫자 옆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검증 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내부 API·비로그인 정책 불가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확인 전제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소진 · 분할 수용성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 지속 · 사용성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TBD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리스크 우선순위 = 화면 완성도보다 제품 전제와 문제 인과의 불확실성</a:t>
            </a:r>
          </a:p>
        </p:txBody>
      </p:sp>
    </p:spTree>
    <p:extLst>
      <p:ext uri="{BB962C8B-B14F-4D97-AF65-F5344CB8AC3E}">
        <p14:creationId xmlns:p14="http://schemas.microsoft.com/office/powerpoint/2010/main"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LIMITS · NEXT DECISION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지금 확정된 건 제품 방향이고, 다음 결정은 '상대방 참여'와 '충돌→지연 인과' 검증 결과가 정한다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2인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결정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설명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2개는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사용자가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미검증 / 한계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지연 인과 — 직접 근거 미발견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Zillow는 미국·2020·매매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국내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수락·효과·내부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API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1. 상대방 참여 3단 깔때기 측정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2. 충돌→지연 인과 원인 분리 인터뷰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3. 통과 시 단계 1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많이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2인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참여와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인과부터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확인한다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통과하면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MVP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단계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1로 </a:t>
            </a:r>
            <a:r>
              <a:rPr sz="1425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간다</a:t>
            </a: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5787</Words>
  <Application>Microsoft Office PowerPoint</Application>
  <DocSecurity>0</DocSecurity>
  <PresentationFormat>와이드스크린</PresentationFormat>
  <Paragraphs>959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2026-08-21T00:14:55Z</dcterms:modified>
</cp:coreProperties>
</file>