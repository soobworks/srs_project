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8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8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0T08:56:29.394" v="65" actId="1036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image_summary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M1" Type="http://schemas.openxmlformats.org/officeDocument/2006/relationships/image" Target="../media/cut_mobile.png"/><Relationship Id="rIdM3" Type="http://schemas.openxmlformats.org/officeDocument/2006/relationships/image" Target="../media/cut_decide.png"/><Relationship Id="rIdM2b" Type="http://schemas.openxmlformats.org/officeDocument/2006/relationships/image" Target="../media/crop_tradeoff2.png"/></Relationships>
</file>

<file path=ppt/slides/_rels/slide2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V3" Type="http://schemas.openxmlformats.org/officeDocument/2006/relationships/image" Target="../media/crop_verdict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ns2:creationId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ns2:creationId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네이버 부동산 신규 기능 제안</a:t>
            </a:r>
          </a:p>
        </p:txBody>
      </p:sp>
      <p:sp>
        <p:nvSpPr>
          <p:cNvPr id="3" name="직사각형 2">
            <a:extLst>
              <a:ext uri="{FF2B5EF4-FFF2-40B4-BE49-F238E27FC236}">
                <ns2:creationId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매물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“같이 보기” 서비스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관심매물 이후, 둘이 납득하는 결정까지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각자의 조건과 양보 지점을 보고, 함께 보러 갈 집을 정합니다.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ns2:creationId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ns2:creationId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ns2:creationId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ns2:creationId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ns2:creationId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ns2:creationId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ns2:creationId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ns2:creationId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총점 없이 대가를 설명</a:t>
            </a:r>
          </a:p>
        </p:txBody>
      </p:sp>
      <p:sp>
        <p:nvSpPr>
          <p:cNvPr id="35" name="화살표: 오른쪽 34">
            <a:extLst>
              <a:ext uri="{FF2B5EF4-FFF2-40B4-BE49-F238E27FC236}">
                <ns2:creationId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보러 갈 집 2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2026년 8월 · 4조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ns3:creationId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2장 요약"/>
          <p:cNvPicPr/>
          <p:nvPr/>
        </p:nvPicPr>
        <p:blipFill>
          <a:blip r:embed="rIdImg1"/>
          <a:stretch>
            <a:fillRect/>
          </a:stretch>
        </p:blipFill>
        <p:spPr>
          <a:xfrm>
            <a:off x="487500" y="60000"/>
            <a:ext cx="11217000" cy="6312916"/>
          </a:xfrm>
          <a:prstGeom prst="rect">
            <a:avLst/>
          </a:prstGeom>
        </p:spPr>
      </p:pic>
      <p:sp>
        <p:nvSpPr>
          <p:cNvPr id="965" name="요약 각주 6420000">
            <a:extLst>
              <a:ext uri="{FF2B5EF4-FFF2-40B4-BE49-F238E27FC236}">
                <ns3:creationId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410000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확인 = 공개 자료로 검증됨   ·   추론 = 팀의 해석, 아직 안 재봄   ·   가설 = 이번에 검증할 것   ·   미정 = 아직 안 정함</a:t>
            </a:r>
          </a:p>
        </p:txBody>
      </p:sp>
      <p:sp>
        <p:nvSpPr>
          <p:cNvPr id="951" name="요약 각주 6620000">
            <a:extLst>
              <a:ext uri="{FF2B5EF4-FFF2-40B4-BE49-F238E27FC236}">
                <ns3:creationId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580000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핵심 지표 — 한 명이 상대를 초대한 것 중, 7일 안에 보러 갈 집 2개가 정해진 비율 (목표값은 처음 재본 뒤에 정합니다)</a:t>
            </a:r>
          </a:p>
        </p:txBody>
      </p:sp>
      <p:sp>
        <p:nvSpPr>
          <p:cNvPr id="5" name="직사각형 4">
            <a:extLst>
              <a:ext uri="{FF2B5EF4-FFF2-40B4-BE49-F238E27FC236}">
                <ns3:creationId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1350000" y="660000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ns4:creationId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ns2:creationId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· 비교 · 결정 — 세 칸이 저희 자리입니다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대한민국 온라인 주거용 부동산 탐색 · 비교 · 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시작 지점 · 이미 관심매물을 저장한 뒤 · 전·월세를 함께 구하는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ns2:creationId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살 집을 구하는 2인 · 주거 형태는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ns2:creationId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계약 · 등기 · 보증보험 · 대출 · 3인 이상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ns2:creationId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ns2:creationId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ns2:creationId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ns2:creationId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진짜 경쟁자는 매물 링크 공유 버튼입니다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카톡·지도·엑셀·메모보다 시작이 번거로우면 안 씁니다</a:t>
            </a:r>
          </a:p>
        </p:txBody>
      </p:sp>
      <p:sp>
        <p:nvSpPr>
          <p:cNvPr id="11" name="직선 연결선 10">
            <a:extLst>
              <a:ext uri="{FF2B5EF4-FFF2-40B4-BE49-F238E27FC236}">
                <ns2:creationId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가입·초대·조건 입력의 번거로움을 줄임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기존 매물 데이터를 읽어 조건을 판정</a:t>
            </a:r>
          </a:p>
        </p:txBody>
      </p:sp>
      <p:sp>
        <p:nvSpPr>
          <p:cNvPr id="29" name="직선 연결선 28">
            <a:extLst>
              <a:ext uri="{FF2B5EF4-FFF2-40B4-BE49-F238E27FC236}">
                <ns2:creationId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ns2:creationId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ns2:creationId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매물을 더 잘 찾는 게 아닙니다. 이미 있는 탐색 위에 붙습니다.</a:t>
            </a:r>
          </a:p>
        </p:txBody>
      </p:sp>
    </p:spTree>
    <p:extLst>
      <p:ext uri="{BB962C8B-B14F-4D97-AF65-F5344CB8AC3E}">
        <ns3:creationId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TAM-SAM-SOM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공개 통계로 계산 가능한 하한은 54.6만 쌍입니다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ns2:creationId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ns2:creationId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TAM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부동산 앱을 쓰는 사람 전체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중간 · 앱끼리 중복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SAM 하한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높음 · 신혼부부만 넣음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SOM · 초기 목표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ns2:creationId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월 이용자 134만 × 5/10/15%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낮음 ·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2025 월 이용자 수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ns2:creationId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ns2:creationId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ns2:creationId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ns2:creationId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ns2:creationId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SOM은 범위로만 해석합니다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ns2:creationId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네이버가 이미 가진 걸로, 아무도 안 하고 있는 자리를 합니다. 숫자마다 확실한 정도는 다릅니다.</a:t>
            </a:r>
          </a:p>
        </p:txBody>
      </p:sp>
    </p:spTree>
    <p:extLst>
      <p:ext uri="{BB962C8B-B14F-4D97-AF65-F5344CB8AC3E}">
        <ns3:creationId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네이버 · 가치사슬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네이버는 저장까지 있고, 그다음이 없습니다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 정리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ns2:creationId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ns2:creationId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ns2:creationId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빈 자리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집은 네이버에 남지만, 둘이 의견을 맞추는 과정은 다른 앱에서 이뤄집니다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ns2:creationId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데이터로 확인한 건 아닙니다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ns2:creationId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범위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새 매물 DB·검색은 안 만듭니다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ns2:creationId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 xml:space="preserve">사람별 조건을 적용합니다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기업 · KSF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성공은 두 번째 사람이 들어오느냐에 달려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카톡에 이렇게 뜹니다 —  “OO님이 같이 보기에 초대했어요”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네이버가 가진 것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이 기능의 성공 조건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ns2:creationId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ns2:creationId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ns2:creationId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매물이 바뀌어도 조건이 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하나로 들어오고, 입력은 두 개만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ns2:creationId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ns2:creationId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ns2:creationId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정하고 나면 원래 하던 문의·방문으로 돌아감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여기가 급소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링크를 열고, 자기 조건까지 입력하는가?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혼자서도 막히진 않게 했습니다. 다만 그걸 기본으로 삼진 않습니다.</a:t>
            </a:r>
          </a:p>
        </p:txBody>
      </p:sp>
    </p:spTree>
    <p:extLst>
      <p:ext uri="{BB962C8B-B14F-4D97-AF65-F5344CB8AC3E}">
        <ns3:creationId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ns2:creationId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세그먼트 맵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처음 검증은 예비부부·신혼부부로 좁혔습니다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ns2:creationId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ns2:creationId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둘 다 적극적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공동 의지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검증 대상 조건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3인 이상 · 부모–자녀 · 한 사람이 정하고 다른 사람은 동의만 하는 관계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가상 페르소나는 만들지 않았습니다 — 나이·직업·소득을 조사한 적이 없어서, 지어내는 대신 관계 유형으로 나눴습니다</a:t>
            </a:r>
          </a:p>
        </p:txBody>
      </p:sp>
    </p:spTree>
    <p:extLst>
      <p:ext uri="{BB962C8B-B14F-4D97-AF65-F5344CB8AC3E}">
        <ns3:creationId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ns2:creationId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두 사람의 역할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 비교 참여자는 둘이고, 결정 권한은 같습니다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= 먼저 시작해 초대하는 사람      ·      B = 링크를 받고 들어오는 사람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 · 초대하는 사람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B · 초대받은 사람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ns2:creationId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ns2:creationId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카카오톡으로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A의 조건을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ns2:creationId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왜 불렀는지 알고 조금만 입력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ns2:creationId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ns2:creationId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권한은 같습니다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ns2:creationId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A가 B의 조건을 대신 바꾸지 않습니다 · 진입 맥락은 달라도 결정 비중은 같습니다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여정지도 · JTBD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지금은 앱을 여러 번 오가고, 그때마다 맥락이 끊깁니다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ns2:creationId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ns2:creationId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ns2:creationId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ns2:creationId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ns2:creationId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ns2:creationId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ns2:creationId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ns2:creationId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ns2:creationId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ns2:creationId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ns2:creationId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ns2:creationId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추론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초대받은 사람이 맥락을 모르는 것, 의견 기준이 정리 안 된 것 — 둘 다 아직 안 재봤습니다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ns2:creationId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JTBD · 진짜 하려는 일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이미 저장한 관심매물 중, 감수할 조건을 알고 이번에 보러 갈 집 두 곳을 정합니다.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결과</a:t>
            </a:r>
          </a:p>
        </p:txBody>
      </p:sp>
      <p:sp>
        <p:nvSpPr>
          <p:cNvPr id="43" name="직사각형 42">
            <a:extLst>
              <a:ext uri="{FF2B5EF4-FFF2-40B4-BE49-F238E27FC236}">
                <ns2:creationId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판단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ns2:creationId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관계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ns2:creationId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ns3:creationId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시장기회 · 기회점수(OS)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기회는 의견 교환 단계에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ns2:creationId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왜 여기가 먼저인가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다른 도구로 대신할 수 없는, 사람 사이의 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ns2:creationId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“그냥 별로”가 선택 근거로 이어지지 않습니다 [추론]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여기서 막히면 앞에서 비교한 게 다 무효가 됩니다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기회점수(OS)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중요도·만족도 원자료가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없어 계산하지 않았습니다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수치 미정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조사한 뒤에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다시 판단합니다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충돌은 공개 자료로 확인됐습니다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쓰는 도구가 있습니다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이런 형태가 있다는 것만 확인됨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 충돌은 실재합니다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[확인] Zillow 2020 · 응답자 77%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→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다음 측정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얼마나 늦추는지를 잽니다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ns2:creationId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첫 실험으로 잡았습니다 — 늦어진 경험과 원인을 가르는 인터뷰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같은 조사에서 60%는 “결국 별문제 아니었다”고 답했습니다 — 그래서 크기를 재야 합니다</a:t>
            </a:r>
          </a:p>
        </p:txBody>
      </p:sp>
    </p:spTree>
    <p:extLst>
      <p:ext uri="{BB962C8B-B14F-4D97-AF65-F5344CB8AC3E}">
        <ns3:creationId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ns2:creationId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Problem Statement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정보를 모으는 문제가 아니라, 둘의 기준이 다른 문제입니다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 분산 → 수동 비교 → 의사결정 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 구해도 생김 · 기록·공유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ns2:creationId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둘이 함께 정할 때만 생기는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ns2:creationId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추론 · 가설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두 갈래가 만나는 곳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ns2:creationId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마지막 후보를 정할 때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드는 품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ns2:creationId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우리가 답할 질문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“우리 둘에게 가장 좋은 집은?”이 아니라  “무엇을 감수하고도 납득할 수 있는 집은?”</a:t>
            </a:r>
          </a:p>
        </p:txBody>
      </p:sp>
    </p:spTree>
    <p:extLst>
      <p:ext uri="{BB962C8B-B14F-4D97-AF65-F5344CB8AC3E}">
        <ns3:creationId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ns2:creationId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같은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저장도 평가도 있는데, 누가 양보하는지는 없습니다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ns2:creationId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ns2:creationId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ns2:creationId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양보 설명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저희가 볼 자리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점수로 합치지 않고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누가 양보하는지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ns2:creationId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ns2:creationId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함께 대조하는 건 비어 있음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ns2:creationId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집노트 등 20개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거의 다 혼자 쓰고, 점수를 매기고, 한 방향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ns2:creationId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ns2:creationId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TwoKeys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사람이 평가 · 총점 매김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함께 평가하는 형태는 있음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조건을 매물에 저장하고 합산</a:t>
            </a:r>
          </a:p>
        </p:txBody>
      </p:sp>
      <p:sp>
        <p:nvSpPr>
          <p:cNvPr id="43" name="직선 연결선 42">
            <a:extLst>
              <a:ext uri="{FF2B5EF4-FFF2-40B4-BE49-F238E27FC236}">
                <ns2:creationId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ns2:creationId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비슷한 게 있다는 것과, 국내에서 쓰인다는 건 다릅니다</a:t>
            </a:r>
          </a:p>
        </p:txBody>
      </p:sp>
    </p:spTree>
    <p:extLst>
      <p:ext uri="{BB962C8B-B14F-4D97-AF65-F5344CB8AC3E}">
        <ns3:creationId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ns2:creationId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인접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· 입력 · 비교 · 수렴, 네 군데를 뜯어봤습니다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ns2:creationId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ns2:creationId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ns2:creationId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ns2:creationId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2인 초대가 있다는 것만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ns2:creationId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맥락 먼저, 입력은 조금만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ns2:creationId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ns2:creationId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룸메이트 조건 · 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 입력 부담을 참고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우리 대조 조건과는 다름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ns2:creationId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투표·순위는 그대로 못 가져옴</a:t>
            </a:r>
          </a:p>
        </p:txBody>
      </p:sp>
      <p:sp>
        <p:nvSpPr>
          <p:cNvPr id="41" name="직선 연결선 40">
            <a:extLst>
              <a:ext uri="{FF2B5EF4-FFF2-40B4-BE49-F238E27FC236}">
                <ns2:creationId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ns2:creationId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무엇이 번거로웠고 어떻게 줄였는지만 봤습니다. 답을 하나로 좁히는 방식은 안 가져옵니다.</a:t>
            </a:r>
          </a:p>
        </p:txBody>
      </p:sp>
    </p:spTree>
    <p:extLst>
      <p:ext uri="{BB962C8B-B14F-4D97-AF65-F5344CB8AC3E}">
        <ns3:creationId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ns2:creationId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다른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교차산업의 핵심 교훈은 “집계보다 균형 있는 비교”다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Option Grid · 의료 의사결정 비교표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 = 선택지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ns2:creationId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ns2:creationId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B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ns2:creationId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ns2:creationId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ns2:creationId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관련 연구 40건 중 28건이 나란히 놓는 방식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70~96%가 균형 있다고 답함 · 부동산 전이는 추측</a:t>
            </a:r>
          </a:p>
        </p:txBody>
      </p:sp>
      <p:sp>
        <p:nvSpPr>
          <p:cNvPr id="27" name="화살표: 오른쪽 26">
            <a:extLst>
              <a:ext uri="{FF2B5EF4-FFF2-40B4-BE49-F238E27FC236}">
                <ns2:creationId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형식과 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원칙만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우리가 바꾼 것 · 같이 보기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ns2:creationId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 · 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ns2:creationId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B · 상대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ns2:creationId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128 ≤ 130 ✓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ns2:creationId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128 ≤ 135 ✓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역 도보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ns2:creationId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ns2:creationId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 xml:space="preserve">13 &gt; 10  ✗ +3분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ns2:creationId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ns2:creationId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출퇴근 안 함 —</a:t>
            </a:r>
          </a:p>
        </p:txBody>
      </p:sp>
      <p:sp>
        <p:nvSpPr>
          <p:cNvPr id="46" name="직사각형 45">
            <a:extLst>
              <a:ext uri="{FF2B5EF4-FFF2-40B4-BE49-F238E27FC236}">
                <ns2:creationId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전용면적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ns2:creationId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ns2:creationId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조건에 없음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ns2:creationId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ns2:creationId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68 ≥ 66 ✓ +2㎡</a:t>
            </a:r>
          </a:p>
        </p:txBody>
      </p:sp>
      <p:sp>
        <p:nvSpPr>
          <p:cNvPr id="51" name="직사각형 50">
            <a:extLst>
              <a:ext uri="{FF2B5EF4-FFF2-40B4-BE49-F238E27FC236}">
                <ns2:creationId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ns2:creationId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ns2:creationId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반려동물 ?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ns2:creationId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ns2:creationId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없음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ns2:creationId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ns2:creationId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총점으로 합치지 않고, “한쪽만 충족”을 설명 대상으로 유지한다.</a:t>
            </a:r>
          </a:p>
        </p:txBody>
      </p:sp>
    </p:spTree>
    <p:extLst>
      <p:ext uri="{BB962C8B-B14F-4D97-AF65-F5344CB8AC3E}">
        <ns3:creationId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ns2:creationId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가능성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가져온 것 셋, 바꾼 것 셋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그대로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바꿈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기본·코드 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B는 모바일에서 집들을 먼저 봅니다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ns2:creationId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ns2:creationId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나란히 놓기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칸의 크기와 순서를 똑같이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ns2:creationId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ns2:creationId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물어보는 순서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ns2:creationId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→ 통근 → 꼭 지킬 조건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선택지 열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열은 사람, 행은 조건으로 바꿔 집 하나의 대가를 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ns2:creationId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답 하나로 좁히기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상태만 설명하고, 보러 갈 집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ns2:creationId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개인 점수 매기기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조건을 사람에게 저장해 새 매물에도 다시 적용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ns2:creationId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베끼는 게 아니라, 원리를 우리 상황에 맞게 고칩니다</a:t>
            </a:r>
          </a:p>
        </p:txBody>
      </p:sp>
    </p:spTree>
    <p:extLst>
      <p:ext uri="{BB962C8B-B14F-4D97-AF65-F5344CB8AC3E}">
        <ns3:creationId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· 제외 판단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· 순위 · AI 추천, 셋 다 뺐습니다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ns2:creationId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누가 양보했는지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순위를 합산하는 방식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이기고 지는 구도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대신 판단해 버림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대신 이렇게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실제값 · 기준값 · 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ns2:creationId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한쪽만 충족한 집도 설명 대상으로 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ns2:creationId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각자 2개 선택 → 겹치면 확정, 아니면 각자 하나씩</a:t>
            </a:r>
          </a:p>
        </p:txBody>
      </p:sp>
      <p:sp>
        <p:nvSpPr>
          <p:cNvPr id="32" name="직선 연결선 31">
            <a:extLst>
              <a:ext uri="{FF2B5EF4-FFF2-40B4-BE49-F238E27FC236}">
                <ns2:creationId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통근 시간대로 지도에서 집을 찾아주는 것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출근지는 대조 조건 중 하나일 뿐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사진을 평가 근거로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어떤 집인지 알아볼 정도만 · 범위는 미정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ns2:creationId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사진 미정</a:t>
            </a:r>
          </a:p>
        </p:txBody>
      </p:sp>
    </p:spTree>
    <p:extLst>
      <p:ext uri="{BB962C8B-B14F-4D97-AF65-F5344CB8AC3E}">
        <ns3:creationId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ns2:creationId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한 문장으로 하면</a:t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서로 납득할 방문 후보를 정하도록 돕는 네이버 기능.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누구의 무엇이 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ns2:creationId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보러 갈 집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한 줄로 하면 — 각자의 조건과 양보 지점을 보고, 함께 보러 갈 집을 정합니다.</a:t>
            </a:r>
          </a:p>
        </p:txBody>
      </p:sp>
    </p:spTree>
    <p:extLst>
      <p:ext uri="{BB962C8B-B14F-4D97-AF65-F5344CB8AC3E}">
        <ns3:creationId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ns2:creationId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Concept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5개가 보러 갈 2개가 됩니다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ns2:creationId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ns2:creationId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출근하면 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ns2:creationId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· 꼭 지킬 조건 0~4개 · 선호는 개수 제한 없음 · 확인 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ns2:creationId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9907450" y="2028825"/>
            <a:ext cx="102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0955200" y="2028825"/>
            <a:ext cx="102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보러 갈 집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ns2:creationId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각자 2개 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ns2:creationId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ns2:creationId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겹치면 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ns2:creationId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ns2:creationId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1개만 겹치면 다시 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ns2:creationId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ns2:creationId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ns2:creationId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ns2:creationId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2번 후 각자 하나씩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ns2:creationId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2단계 · 방문 전에 물어볼 것 정리 → 방문 전 체크리스트 → 다녀와서 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ns2:creationId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정책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 = 통근·교통비를 재지 않음 · 비교표에서 그 줄을 뺌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ns2:creationId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완화는 자동 타협이 아니라 상태 변화 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ns2:creationId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사용자 흐름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 · 시스템 · B, 세 줄로 본 전체 흐름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추가 조건과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풀어보기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다녀와서 기록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시스템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페이지 생성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조건 저장 · 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문장 · 0개일 때 처리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겹치는지 확인 · 최대 2번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유지 · 보류 · 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ns2:creationId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5개와 A의 조건 먼저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로그인 안내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조건으로 대조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물어볼 것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ns2:creationId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질문과 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ns2:creationId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ns2:creationId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ns2:creationId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ns2:creationId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ns2:creationId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ns2:creationId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ns2:creationId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ns2:creationId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로그인 정책 미정</a:t>
            </a:r>
          </a:p>
        </p:txBody>
      </p:sp>
      <p:sp>
        <p:nvSpPr>
          <p:cNvPr id="54" name="직사각형 53">
            <a:extLst>
              <a:ext uri="{FF2B5EF4-FFF2-40B4-BE49-F238E27FC236}">
                <ns2:creationId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B는 조건 입력 전에 후보와 초대 맥락을 봅니다.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모든 기능을 로그인 없이 쓸 수 있다고 정하진 않았습니다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핵심 화면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핵심 화면은 “참여 이유 → 양보 이해 → 남은 한 자리 결정”을 보여준다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A가 중요하게 보는 것을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ns2:creationId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이미 겹친 1개는 그대로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재탐색 화면 미설계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조건에 맞는 집이 0개일 때 다시 찾아주는 화면은 아직 안 그렸습니다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사진이나 추천 배지보다 양보 문장이 먼저입니다</a:t>
            </a:r>
          </a:p>
        </p:txBody>
      </p:sp>
      <p:pic>
        <p:nvPicPr>
          <p:cNvPr id="1000" name="모바일 진입"/>
          <p:cNvPicPr/>
          <p:nvPr/>
        </p:nvPicPr>
        <p:blipFill>
          <a:blip r:embed="rIdM1"/>
          <a:stretch>
            <a:fillRect/>
          </a:stretch>
        </p:blipFill>
        <p:spPr>
          <a:xfrm>
            <a:off x="1879351" y="2250000"/>
            <a:ext cx="908548" cy="2150000"/>
          </a:xfrm>
          <a:prstGeom prst="rect">
            <a:avLst/>
          </a:prstGeom>
        </p:spPr>
      </p:pic>
      <p:pic>
        <p:nvPicPr>
          <p:cNvPr id="1002" name="보러 갈 집"/>
          <p:cNvPicPr/>
          <p:nvPr/>
        </p:nvPicPr>
        <p:blipFill>
          <a:blip r:embed="rIdM3"/>
          <a:stretch>
            <a:fillRect/>
          </a:stretch>
        </p:blipFill>
        <p:spPr>
          <a:xfrm>
            <a:off x="7905750" y="2250000"/>
            <a:ext cx="3257549" cy="1968300"/>
          </a:xfrm>
          <a:prstGeom prst="rect">
            <a:avLst/>
          </a:prstGeom>
        </p:spPr>
      </p:pic>
      <p:pic>
        <p:nvPicPr>
          <p:cNvPr id="1011" name="양보 문장"/>
          <p:cNvPicPr/>
          <p:nvPr/>
        </p:nvPicPr>
        <p:blipFill>
          <a:blip r:embed="rIdM2b"/>
          <a:stretch>
            <a:fillRect/>
          </a:stretch>
        </p:blipFill>
        <p:spPr>
          <a:xfrm>
            <a:off x="4305300" y="2250000"/>
            <a:ext cx="3257550" cy="1332634"/>
          </a:xfrm>
          <a:prstGeom prst="rect">
            <a:avLst/>
          </a:prstGeom>
        </p:spPr>
      </p:pic>
    </p:spTree>
    <p:extLst>
      <p:ext uri="{BB962C8B-B14F-4D97-AF65-F5344CB8AC3E}">
        <ns4:creationId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ns2:creationId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조건 구조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조건은 사람에게 저장하고, “미충족·확인 필요·해당 없음”을 섞지 않는다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필수 · 상한은 사람마다 다를 수 있음</a:t>
            </a:r>
          </a:p>
        </p:txBody>
      </p:sp>
      <p:sp>
        <p:nvSpPr>
          <p:cNvPr id="10" name="직선 연결선 9">
            <a:extLst>
              <a:ext uri="{FF2B5EF4-FFF2-40B4-BE49-F238E27FC236}">
                <ns2:creationId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출근한다고 답한 사람만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꼭 지킬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0~4개 · 본인이 고름</a:t>
            </a:r>
          </a:p>
        </p:txBody>
      </p:sp>
      <p:sp>
        <p:nvSpPr>
          <p:cNvPr id="16" name="직선 연결선 15">
            <a:extLst>
              <a:ext uri="{FF2B5EF4-FFF2-40B4-BE49-F238E27FC236}">
                <ns2:creationId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자유 문장 · 개수 제한 없음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ns2:creationId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중개사에게 물어볼 것 · 개수 제한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받는 공통 목록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· 통근시간 · 역 도보 · 전용면적 · 주차 · 매물 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ns2:creationId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상태는 서로 다른 의미입니다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함은 정상입니다 · 통근·교통비를 재지 않습니다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013" name="실제 판정 3분류"/>
          <p:cNvPicPr/>
          <p:nvPr/>
        </p:nvPicPr>
        <p:blipFill>
          <a:blip r:embed="rIdV3"/>
          <a:stretch>
            <a:fillRect/>
          </a:stretch>
        </p:blipFill>
        <p:spPr>
          <a:xfrm>
            <a:off x="6496050" y="2708579"/>
            <a:ext cx="4762500" cy="1898041"/>
          </a:xfrm>
          <a:prstGeom prst="rect">
            <a:avLst/>
          </a:prstGeom>
        </p:spPr>
      </p:pic>
    </p:spTree>
    <p:extLst>
      <p:ext uri="{BB962C8B-B14F-4D97-AF65-F5344CB8AC3E}">
        <ns4:creationId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시스템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읽고, 판정하고, 네이버로 돌려보냅니다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읽고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주차와 역 도보, 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판정하고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같이 보기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미달량 · 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돌려보내고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검색 · 방문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사용자가 필터를 눌러 다시 검색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방문 · 문의로 돌아감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비로그인 조건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 코드로 연결 · 마지막으로 연 날부터 30일 뒤 삭제 · 로그인하면 계정으로 옮김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 · 매물 좌표 · 이동수단을 저장해 재사용 · 출근 안 하면 계산 안 함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기회비용 · 대출이자 · 월세 · 관리비 · 교통비 · 초기비용, 전제와 기준일을 함께</a:t>
            </a:r>
          </a:p>
        </p:txBody>
      </p:sp>
      <p:sp>
        <p:nvSpPr>
          <p:cNvPr id="28" name="직선 연결선 27">
            <a:extLst>
              <a:ext uri="{FF2B5EF4-FFF2-40B4-BE49-F238E27FC236}">
                <ns2:creationId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내부 확인 필요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검색 결과 수 · 필터 값 · 경로 계산 비용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 · 설명 · 중개사 정보는 판정에 쓰지 않음 · 네이버 매물 데이터를 고치지 않음</a:t>
            </a:r>
          </a:p>
        </p:txBody>
      </p:sp>
    </p:spTree>
    <p:extLst>
      <p:ext uri="{BB962C8B-B14F-4D97-AF65-F5344CB8AC3E}">
        <ns3:creationId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목적과 범위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할 것 일곱 가지, 안 할 것 여섯 가지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목표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두 사람이 각 매물의 충족·미달·확인 사항을 이해하고, 자기 판단으로 보러 갈 집 2개를 정합니다.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1단계 · 먼저 검증할 핵심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필수 + 출근하는지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링크와 코드로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자동 판정 · 비용 · 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완화 · 후보 0개일 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2단계 · 끝까지 완성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물어볼 것 정리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 체크리스트 · 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하지 않을 것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종합점수 · AI 최종 선택 · 계약과 대출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숫자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2인 · 집 최대 5개 · 꼭 지킬 조건 0~4개 · 결과 2개 · 최대 2번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우선순위 — 1단계를 먼저 만들어 검증하고, 통과한 뒤에 2단계로 갑니다</a:t>
            </a:r>
          </a:p>
        </p:txBody>
      </p:sp>
    </p:spTree>
    <p:extLst>
      <p:ext uri="{BB962C8B-B14F-4D97-AF65-F5344CB8AC3E}">
        <ns3:creationId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요구사항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기능 25가지를 여섯 묶음으로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관심매물 1~5개 · 링크와 코드 · 초대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필수 · 출근하는지 · 고르는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trade-off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주체 · 미달량 · 두 사람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ns2:creationId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막다른 길과 결정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0개일 때 · 각자 2개 · 최대 2번</a:t>
            </a:r>
          </a:p>
        </p:txBody>
      </p:sp>
      <p:sp>
        <p:nvSpPr>
          <p:cNvPr id="34" name="화살표: 오른쪽 33">
            <a:extLst>
              <a:ext uri="{FF2B5EF4-FFF2-40B4-BE49-F238E27FC236}">
                <ns2:creationId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반복과 마무리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집이 나감 · 질문과 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AI는 비교하고 설명합니다 · 최종 후보, 순위, 타협, 상대 조건 변경은 사용자가 합니다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ns2:creationId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여섯 묶음은 그대로 사용자 시나리오 순서입니다 — 초대받고 → 조건 넣고 → 판정되고 → 양보를 이해하고 → 정하고 → 다시 돌아옵니다</a:t>
            </a:r>
          </a:p>
        </p:txBody>
      </p:sp>
    </p:spTree>
    <p:extLst>
      <p:ext uri="{BB962C8B-B14F-4D97-AF65-F5344CB8AC3E}">
        <ns3:creationId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ns2:creationId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검사 기준은 “판단을 흐리지 않는가”입니다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만들 기능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검사 항목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 정해진 기능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일부 미정인 기능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일부 미정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집 고르기·초대·조건·로그인·혼자일 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양보 · 완화 · 후보 0개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보러 갈 2개 · 조건 유지 · 넘지 않을 선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넘지 않을 선 5개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출근지·이동수단을 안 물음 · 통근을 재지 않음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0개이거나 2번까지 안 맞으면 → 각자 하나씩 · 투표와 자동선택 안 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해당 없음 · 비교표에서 통근 줄을 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ns2:creationId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공동 적합도 · 추천 배지 · AI가 고른 집을 띄우지 않음</a:t>
            </a:r>
          </a:p>
        </p:txBody>
      </p:sp>
    </p:spTree>
    <p:extLst>
      <p:ext uri="{BB962C8B-B14F-4D97-AF65-F5344CB8AC3E}">
        <ns3:creationId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ns2:creationId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KPI · Guardrail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성공 지표는 하나만 세웠습니다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88118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North Star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0498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초대를 보낸 것 중, 7일 안에 보러 갈 집 2개가 정해진 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ns2:creationId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목표값 미정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7일이 맞는지도 처음 재본 뒤에 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열기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②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늦어진 경험 + 원인 인터뷰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가장 중요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프로토타입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1단계 핵심 기능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앞의 둘을 통과하면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조건 입력·비용 신뢰·매물 지속성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입력 · 신뢰 · 지속성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두 사람 같은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동의 없이 조건 안 바꿈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이건 성공 지표로 쓰지 않습니다 — 결정 시간 단축 · 갈등 감소 · 계약 전환 상승 · 탐색 기간 감소</a:t>
            </a:r>
          </a:p>
        </p:txBody>
      </p:sp>
    </p:spTree>
    <p:extLst>
      <p:ext uri="{BB962C8B-B14F-4D97-AF65-F5344CB8AC3E}">
        <ns3:creationId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위험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제일 큰 위험 둘은 기능 문제가 아닙니다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안 들어옴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 · 혼자일 때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충돌이 늦어짐의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원인을 가르는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 번에 다 안 묻고 나눠서 · 숫자 옆에 항상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내부 데이터를 못 쓰게 될 수 있음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확인이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집이 나감 · 각자 하나씩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쓰기 편한지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더 다듬는 것보다, 전제가 맞는지가 더 급합니다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ns2:creationId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한계와 다음 결정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다음 두 가지를 확인하고 1단계로 갑니다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같이 보기  ·  둘이서 보러 갈 집 정하기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ns2:creationId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ns2:creationId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이후, 둘이 함께 정하기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ns2:creationId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ns2:creationId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ns2:creationId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ns2:creationId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AI는 설명만 · 보러 갈 집 2개는 사용자가 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미검증 · 한계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ns2:creationId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늦어지는 원인 — 직접 근거를 못 찾음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ns2:creationId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Zillow 자료는 미국 · 2020년 · 매매</a:t>
            </a:r>
          </a:p>
        </p:txBody>
      </p:sp>
      <p:sp>
        <p:nvSpPr>
          <p:cNvPr id="20" name="타원 19">
            <a:extLst>
              <a:ext uri="{FF2B5EF4-FFF2-40B4-BE49-F238E27FC236}">
                <ns2:creationId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ns2:creationId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수락률 · 효과 · 네이버 내부 데이터 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ns2:creationId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ns2:creationId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ns2:creationId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1. 초대받은 사람이 오는지 측정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ns2:creationId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2. 늦어진 원인을 가르는 인터뷰</a:t>
            </a:r>
          </a:p>
        </p:txBody>
      </p:sp>
      <p:sp>
        <p:nvSpPr>
          <p:cNvPr id="28" name="타원 27">
            <a:extLst>
              <a:ext uri="{FF2B5EF4-FFF2-40B4-BE49-F238E27FC236}">
                <ns2:creationId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ns2:creationId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3. 둘 다 통과하면 1단계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두 사람이 정말 함께 쓰는지, 조건 차이가 결정을 얼마나 늦추는지를 먼저 확인합니다. 확인되면 조건 차이를 설명하는 1단계로 갑니다.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 문서 — 팀 브리프 · 가설 · 근거 로그 · 벤치마크 · 화면 설계 · 기획서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ns3:creationId val="302804594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법·윤리·보안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사람의 예산과 직장 위치를 다룹니다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출근지·예산은 민감한 개인정보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꼭 필요한 것만 수집 · 목적 외 사용 안 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상대방에게 내 예산이 보이는가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서로 보이는 범위를 조건별로 정합니다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중개 행위가 아니다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정보 제공과 비교만 · 계약과 대출은 안 함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데이터를 언제 지우나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비로그인 30일 · 관계가 끝났을 때 규칙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비용 숫자가 금융 조언으로 읽힐 수 있음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전제와 기준일을 항상 같이 표시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규제 리스크는 기능이 아니라 데이터에서 옵니다 — 출근지와 예산은 직장과 소득을 추정할 수 있는 값입니다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5787</Words>
  <Application>Microsoft Office PowerPoint</Application>
  <DocSecurity>0</DocSecurity>
  <PresentationFormat>와이드스크린</PresentationFormat>
  <Paragraphs>959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2026-08-20T08:56:35Z</dcterms:modified>
</cp:coreProperties>
</file>