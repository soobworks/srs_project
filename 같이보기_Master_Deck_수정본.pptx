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86" r:id="rId38"/>
    <p:sldId id="261" r:id="rId7"/>
    <p:sldId id="262" r:id="rId8"/>
    <p:sldId id="263" r:id="rId9"/>
    <p:sldId id="264" r:id="rId10"/>
    <p:sldId id="287" r:id="rId39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8" r:id="rId4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3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openxmlformats.org/officeDocument/2006/relationships/slide" Target="slides/slide6.xml"/><Relationship Id="rId39" Type="http://schemas.openxmlformats.org/officeDocument/2006/relationships/slide" Target="slides/slide11.xml"/><Relationship Id="rId40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1T00:13:24.998" v="77" actId="1037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  <pc:sldChg chg="modSp mod">
        <pc:chgData name="수빈 박" userId="ce32221d53103a11" providerId="LiveId" clId="{02494E6E-0340-47F7-B897-6DA0D2D16AC8}" dt="2026-08-21T00:13:24.998" v="77" actId="1037"/>
        <pc:sldMkLst>
          <pc:docMk/>
          <pc:sldMk cId="1862840467" sldId="283"/>
        </pc:sldMkLst>
        <pc:spChg chg="mod">
          <ac:chgData name="수빈 박" userId="ce32221d53103a11" providerId="LiveId" clId="{02494E6E-0340-47F7-B897-6DA0D2D16AC8}" dt="2026-08-21T00:13:02.730" v="68" actId="1036"/>
          <ac:spMkLst>
            <pc:docMk/>
            <pc:sldMk cId="1862840467" sldId="283"/>
            <ac:spMk id="7" creationId="{BF15830B-1A39-4349-A825-D198C951F6DD}"/>
          </ac:spMkLst>
        </pc:spChg>
        <pc:spChg chg="mod">
          <ac:chgData name="수빈 박" userId="ce32221d53103a11" providerId="LiveId" clId="{02494E6E-0340-47F7-B897-6DA0D2D16AC8}" dt="2026-08-21T00:13:02.730" v="68" actId="1036"/>
          <ac:spMkLst>
            <pc:docMk/>
            <pc:sldMk cId="1862840467" sldId="283"/>
            <ac:spMk id="8" creationId="{1E8E4BF1-F1EE-43BF-8242-E42BA321F9D9}"/>
          </ac:spMkLst>
        </pc:spChg>
        <pc:spChg chg="mod">
          <ac:chgData name="수빈 박" userId="ce32221d53103a11" providerId="LiveId" clId="{02494E6E-0340-47F7-B897-6DA0D2D16AC8}" dt="2026-08-21T00:13:24.998" v="77" actId="1037"/>
          <ac:spMkLst>
            <pc:docMk/>
            <pc:sldMk cId="1862840467" sldId="283"/>
            <ac:spMk id="10" creationId="{B6723069-61C6-4ECF-9192-FDB92A16CDD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같이 보기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저장한 다음,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이제 둘이 정할 차례예요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3825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부동산 공동 주거 의사결정 기능 역기획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975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없이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설명</a:t>
            </a:r>
            <a:endParaRPr sz="9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후보 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한눈에 보기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검색을 더 늘리는 게 아니라, 저장한 다음을 도와드려요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경쟁·대체재 압력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위에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붙는다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충돌은 확인 · 지연 인과는 미검증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지연 인과 검증이 급소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메커니즘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종료점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최대 5개 → 방문 2개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상대방 참여 선행 측정</a:t>
            </a: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충돌→지연 인과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79008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7A38"/>
                </a:solidFill>
              </a:rPr>
              <a:t>핵심 KPI  ·  </a:t>
            </a:r>
            <a:r>
              <a:rPr sz="1400">
                <a:solidFill>
                  <a:srgbClr val="1B1F23"/>
                </a:solidFill>
              </a:rPr>
              <a:t>초대 보낸 뒤 7일 안에 ‘방문 후보 2개’가 정해지는 비율</a:t>
            </a:r>
          </a:p>
        </p:txBody>
      </p:sp>
    </p:spTree>
    <p:extLst>
      <p:ext uri="{BB962C8B-B14F-4D97-AF65-F5344CB8AC3E}">
        <p14:creationId xmlns:p14="http://schemas.microsoft.com/office/powerpoint/2010/main"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 앱은 탐색까지, 우리는 그 다음부터 도와드려요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503735-40F7-4FEF-B49A-DCE9CA42BAB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탐색·비교·의사결정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INITIAL ENTRY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전·월세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주거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탐색자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 자체는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계약·등기·보증보험·대출 실행 · 3인 이상 공동 결정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경쟁 구도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진짜 경쟁자는 다른 부동산 앱이 아니라 카톡이에요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AED454-EA9D-4648-B146-544521CE6E4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복잡하면 쓰이지 않음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 마찰을 최소화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판정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‘매물을 더 잘 찾기’보다 기존 탐색 위에 붙는 공동 의사결정 레이어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시장 규모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숫자가 크다는 것보다, 어디까지 확실한지가 중요해요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C169E-B5AB-4C29-A17F-CE3A3DA5AE3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앱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자릿수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중간 · 중복 제거 불가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높음 · 신혼부부만 반영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</a:t>
            </a:r>
            <a:r>
              <a:rPr sz="10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MAU 134만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5/10/15%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낮음 · 수요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모바일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MAU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범위로만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자산을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활용해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미점유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구간을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공략한다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숫자의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확실성은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다르다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고객 지도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누구에게 필요하고, 누구에겐 안 맞는지 그려봤어요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1차 검증 대상 — 공동 의지 높음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대상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 대상 — 대조군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대상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한쪽만 정하는 연인 관계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대조 구조가 안 맞아요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범위 밖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함께 구하기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조합이 너무 복잡해져요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범위 밖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부모–자녀 관계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대칭적인 관계가 아니에요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범위 밖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가치가 가장 크게 느껴지는 건 완전공동형이에요 — 둘 다 조건이 다르고 계약 부담이 커서 꼭 같이 정해야 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 사슬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저장하고 방문하기 전, 그 사이가 비어 있었어요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5FD10B-FFD2-4EB8-AA58-7584012B148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OPPORTUNITY ZONE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네이버에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남지만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두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조율은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도구를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오간다는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팀의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관찰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추론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데이터로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사실이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아님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경계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DB ·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검색을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않는다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적용한다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0471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성공 조건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데이터보다 중요한 건, 상대방이 끝까지 참여하는 거예요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NAVER ASSETS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DECISION KSF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조건이 매물이 바뀌어도 살아남는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중심의 낮은 초대 마찰과 최소 입력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후 기존 행동으로 자연스럽게 복귀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참여가 가장 중요해요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조건까지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입력하는가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않아도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막히지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않지만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, 1인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주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고객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쓰는 사람은 넓게 보고, 먼저 확인할 사람은 좁게 잡았어요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A8CB68-30A6-40BE-A5BE-7918E5A5A644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6473952" cy="1333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1" name="gauge tail">
            <a:extLst>
              <a:ext uri="{FF2B5EF4-FFF2-40B4-BE49-F238E27FC236}">
                <a16:creationId xmlns:a16="http://schemas.microsoft.com/office/drawing/2014/main" id="{55A8CB68-30A6-40BE-A5BE-7918E5A5A644}"/>
              </a:ext>
            </a:extLst>
          </p:cNvPr>
          <p:cNvSpPr>
            <a:spLocks noGrp="1"/>
          </p:cNvSpPr>
          <p:nvPr/>
        </p:nvSpPr>
        <p:spPr>
          <a:xfrm>
            <a:off x="8092440" y="2733675"/>
            <a:ext cx="1618487" cy="133350"/>
          </a:xfrm>
          <a:prstGeom prst="roundRect">
            <a:avLst>
              <a:gd name="adj" fmla="val 50000"/>
            </a:avLst>
          </a:prstGeom>
          <a:solidFill>
            <a:srgbClr val="D8E2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상대적으로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표본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완전공동형 — 두 사람이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주도–승인형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사람의 역할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초대한 사람은 후보를 만들고, 초대받은 사람은 보고 나서 정해요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초대자 · PC WEB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수신자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· MOBILE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 등에서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맥락을 알고 최소 입력으로 참여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대칭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B의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바꾸지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진입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기기는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다르지만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비중은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같다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구체적으로 보면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이런 두 사람이 함께 집을 구한다고 해볼게요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3억 이하, 구축 가능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15년 이내 건물 선호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출퇴근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강남역, 40분 이내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여의도역, 40분 이내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필수 조건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역 도보 10분 이내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20평 이상·주차 필수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채광 좋은 집이면 좋겠어요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반려동물 키울 수 있으면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 목표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방문할 집 2곳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방문할 집 2곳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공통 목표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출근지가 달라서 통근에서 한쪽이 손해를 보게 되고, 선호도 서로 달라요 — 바로 여기서 양보 설명이 필요해져요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지금 겪는 여정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사람들이 원하는 건 검색이 아니라, 뭘 포기해도 되는지 아는 것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2DAA4-2302-4A5E-B2D6-69180589E3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관찰/추론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B의 초대 맥락 부족과 의견 기준의 비구조화는 사용자 검증이 필요한 CJM 모델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JOB TO BE DONE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저장한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중,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이번에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두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곳을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Functional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Relational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가장 큰 기회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큰 기회는 ‘의견을 나누는’ 순간, 아직 숫자로는 못 재봤어요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6B699-38E5-4BF7-A58E-42452D6D90E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WHY PRIORITY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도구로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우회하기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어려운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‘그냥 별로’가 선택 근거로 이어지지 않는 구간 [추론]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앞 단계의 비교 노력을 다시 탐색으로 되돌릴 수 있음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Opportunity Score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Importance +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max(Importance − Satisfaction, 0)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TBD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OS ≥ 12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적용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여부는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추후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조사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확인된 사실들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비교와 조건 충돌은 확인했고, 늦어지는 이유는 아직이에요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32529-C406-48A6-A08B-ED4DE95C1DB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도구의 존재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참여·평가 형태의 존재 증명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충돌은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존재한다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때문에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지연된다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직접 근거 미발견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반대 신호: Zillow 응답자의 60%는 ‘결국 상관없었다’고 회고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우리가 풀 문제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정보를 모아주는 게 아니라, 서로 다른 기준을 설명해주는 일이에요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A8C27F-8B09-4560-84BA-A05EBBDD654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분산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수동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발생 · 기록/공유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사람이 함께 결정할 때 생기는 추가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추론/검증 가설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갈래가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만나는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지점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정하는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질문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둘에게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좋은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?’이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 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감수하고도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비슷한 서비스들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저장하고 평가는 잘 하는데, 누가 뭘 양보하는지는 안 보여줘요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7692CF-AA99-4223-8898-CA9BDB363F84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 설명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검증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합산 없이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주체를 설명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판정은 기회 구간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20개+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대부분 1인·총점·단방향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평가·총점 방식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평가 형태 존재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저장·합산</a:t>
            </a:r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서비스 존재 ≠ 국내 수요·초대 수락·효과 검증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옆 업계에서 배우기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기능을 베끼지 않고, 참여를 이끄는 방법만 배워요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CFB905-1618-49D4-88A8-60FDF5966D5D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초대의 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후 최소 입력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조건·성향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 참고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판정 조건과 다름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옮김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마찰을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방식으로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줄였는지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분해한다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서비스의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정답’은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가져오지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다른 업계 사례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 더하지 않고, 나란히 놓고 비교하는 게 핵심이에요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B6419-0B52-4547-BF09-BDA03C08293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ORIGINAL · OPTION GRID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옵션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B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연구 중 28개가 나란히 놓는 방식이었다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균형 인식 70~96% · 부동산 효과 전이는 추론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형식·균형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 전이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ADAPTED · JOINT HOUSING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합치지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‘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충족’을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유지한다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가져올 것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참여시키고 나란히 비교하는 방식은 가져오고, 정답 하나로 몰아가는 방식은 바꿔요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B03DEE-2DC8-4D2E-A4BE-4D12699656A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기본·코드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모바일에서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본다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나란히 놓기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블록의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크기·순서·손실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이득을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동일하게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우선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추가 필수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옵션</a:t>
            </a:r>
            <a:r>
              <a:rPr sz="14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행=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조건으로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바꿔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한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단일 결과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 방문 후보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평점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 재적용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전이는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복제가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원리를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단위에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맞게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바꾸는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일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안 가져올 것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총점·자동추천·투표는 빠르지만, 중요한 차이를 지워버려요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E741EE-B06E-4DA3-9533-95EC8491B65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순위 합산 방식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승패 프레임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가치 판단을 대행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유지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기준값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겹침·분할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통근시간대 지도 기반 후보 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판정 조건 중 하나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평가적 사진 강조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식별 수준만 · 노출 범위 TBD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 TBD</a:t>
            </a: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우리가 주는 가치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 차이를 보여주고, 둘이 납득할 방문 후보를 정하게 해요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23544F-F7B5-4A0B-8E49-F45A2315F0C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결정하도록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돕는다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무엇이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Short VP  · 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새로운 흐름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5개를, ‘정답 1개’ 대신 ‘방문 후보 2개’로 바꿔요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F6273-F735-4EAF-A837-4A12415CE39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2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후  · 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2라운드 후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분할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2  ·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중개사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질문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체크리스트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정책 확정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비교표에서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행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제거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자동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타협이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변화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처음부터 끝까지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초대한 사람의 준비와, 초대받은 사람의 가벼운 참여를 하나로 이어요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2818B4-82A5-483D-A849-111D74AFFDA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조건·초대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 제안 선택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후 기록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객체 초안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저장·첫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문장·0건 분기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겹침·최대 2라운드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유지·보류·제외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후보·A 선호 먼저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방향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 대조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필요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질문·체크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정책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TBD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본다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기능의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확정하지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핵심 순간 3가지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참여하는 이유, 양보를 이해하는 순간, 마지막 한 자리를 정하는 순간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9F2B79-8956-464A-B913-E78F11BC59A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5개 + A 선호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A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B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유지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재탐색 필터 제안 상세 TBD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재탐색 필터 제안 화면은 핵심 8장에 포함됐지만 상세 미설계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핵심 원칙 — 사진·추천 배지보다 양보 문장을 우선한다</a:t>
            </a:r>
          </a:p>
        </p:txBody>
      </p:sp>
    </p:spTree>
    <p:extLst>
      <p:ext uri="{BB962C8B-B14F-4D97-AF65-F5344CB8AC3E}">
        <p14:creationId xmlns:p14="http://schemas.microsoft.com/office/powerpoint/2010/main" val="423235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조건을 다루는 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저장하고, 못 맞는 것과 확인할 것을 구분해요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6041A1-B1A9-4FA8-93E4-1B539E67832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공통 필수 · 사람마다 상한 가능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 후 해당자만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추가 필수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사용자 선택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0~3개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 · 상한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공통 · 고르지 않음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통근시간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역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도보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전용면적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상태는 서로 다른 의미다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재봤고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기준에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못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미침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1100" b="1" dirty="0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경로/데이터 계산 실패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오류 안내 · 미충족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데이터로 판정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전 질문 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잴 대상이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 제거 · 예: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정상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경로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84968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시스템이 하는 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매물을 복사해두지 않고, 읽고 판정해서 다시 돌려보내요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85686C-2730-4FE4-B029-9C988497420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불러오기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주차·역 도보·거래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비교·판정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판정·미달량·양보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돌려주기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/ 방문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재탐색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방문·문의 행동으로 복귀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임시 조건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 연결 · 마지막 접근 +30일 삭제 · 로그인 시 이관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(출근지, 매물 좌표, 이동수단) 캐시 · 출근 안 함은 호출 제외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기회비용·대출이자·월세·관리비·교통비·초기비용 + 전제·기준일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의존성 TBD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count · 필터 파라미터 · 경로 비용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사진·설명·중개사 정보는 판정 데이터로 받지 않음 · 네이버 매물 데이터에 write하지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만들 것의 목표와 범위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2개를, 이유를 알고 정하게 하는 게 목표예요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PRODUCT GOAL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방문 후보 2개를 정한다.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1 · 검증 코어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 여부 분기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판정·비용·통근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완화·0건 분기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2 · 종료점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체크리스트·유지/보류/제외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NON-GOALS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계약/대출 실행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 수치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≤ 5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2라운드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필요한 기능들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참여, 판정, 양보 설명, 결정, 반복까지 25가지로 정리했어요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링크/코드 · B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 여부 · 선택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설명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주체·미달량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길·결정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0건 분기 · 각자 2개 · 최대 2라운드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소진 · 질문·방문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비교·설명한다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후보·순위·강제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타협·상대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변경은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결정한다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완료 기준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화면이 있다는 것보다, 판단이 한쪽으로 안 기울었는지가 중요해요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CA5DEB-1702-4DB0-902F-D3BCB9BCDAC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요구사항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완료조건 작성 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 요구사항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TBD 요구사항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TBD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후보·초대·조건·로그인·1인 빈 경로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양보 설명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판정·양보·완화·0건 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2개·지속·소진·질문·가드레일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대표 Guardrail 완료조건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 미요구 · 통근 제외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0개/2라운드 불일치 → 분할 · 투표·자동선택 금지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 통근 행 제거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적합도·추천 배지·AI 최종 선택 미표시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성공과 위험을 재는 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성공은 ‘빨리 계약했는지’가 아니라, 참여해서 방문 후보까지 갔는지로 재요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4FC30-2621-4B2F-9C6C-92584C6DF7F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91166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3546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발송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건 중 7일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안에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2개’가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정해진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TBD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29056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적정성도</a:t>
            </a: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첫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조정</a:t>
            </a:r>
            <a:endParaRPr sz="8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상대방 참여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진입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충돌→지연 인과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경험 + 원인 분리 인터뷰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급소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PROTOTYPE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 1 코어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 통과 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입력·비용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신뢰·매물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지속성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입력·신뢰·지속성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A/B 동일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없는 조건 변경 없음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성공지표로 쓰지 않음  · 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위험 요소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큰 위험은 기능 부족이 아니라, 상대가 안 오거나 문제를 잘못 짚었을 가능성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초대에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 · 1인 빈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지연의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 분리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점진적 공개 · 모든 숫자 옆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내부 API·비로그인 정책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 전제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소진 · 분할 수용성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사용성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리스크 우선순위 = 화면 완성도보다 제품 전제와 문제 인과의 불확실성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예외와 리스크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이런 상황도, 이런 위험도 미리 준비해뒀어요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상대가 초대에 안 들어와요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혼자서도 계속 확인할 수 있어요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정상 경로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상대가 입력 중에 나가요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입력한 것까지만 반영해요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정상 경로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조건에 맞는 매물이 없어요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조건은 남기고, 살짝 낮춰보자고 제안해요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정상 경로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법/윤리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대출금리·한도를 확정처럼 말하면 위험해요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 숫자에 '추정' 표시를 붙여요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꼭 지킬 것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개인정보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관계가 끝나면 정보는 어떻게 되나요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아직 정책 없음 — 출시 전 필수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화면을 다 채우는 것보다, 제품이 실제로 성립하는지가 더 중요해요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한계와 다음 결정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 확실한 건 방향이고, 다음은 ‘상대방 참여’와 ‘왜 늦어지는지’ 확인이 정해요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2인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2개는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/ 한계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인과 — 직접 근거 미발견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Zillow는 미국·2020·매매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국내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수락·효과·내부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API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상대방 참여 3단 깔때기 측정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충돌→지연 인과 원인 분리 인터뷰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통과 시 단계 1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많이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2인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참여와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인과부터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확인한다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통과하면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MVP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1로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Handoff · decisions · evidence · hypotheses · 양보 비교 자료 · screen design · VP · 완료조건 포함 PRD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2026-08-21T00:14:55Z</dcterms:modified>
</cp:coreProperties>
</file>