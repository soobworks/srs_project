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2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출발점은 검색이 아니라 이미 저장한 관심매물이고, 결과는 정답 1개가 아니라 둘이 정한 방문 후보 2개다.</a:t>
            </a:r>
          </a:p>
          <a:p>
            <a:r>
              <a:t>과장 금지: AI가 최적의 집을 고른다거나 결정 시간을 단축한다고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SERVICE REVERSE PLANNING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이후,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둘이 납득하는 결정까지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 조건과 양보 지점을 보고, 함께 보러 갈 집을 정합니다.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부동산 공동 주거 의사결정 기능 역기획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없이 대가를 설명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후보 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Handoff 2026-08-20 · Commit 10b6455…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EXECUTIVE 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검색을 확장하지 않고, 저장 이후의 공동 결정을 보완한다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경쟁·대체재 압력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탐색 위에 붙는다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조건과 우선순위가 다르다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충돌은 확인 · 지연 인과는 미검증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H2-b-2가 급소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메커니즘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종료점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최대 5개 → 방문 2개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H1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선행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측정</a:t>
            </a:r>
            <a:endParaRPr sz="1425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476625" y="4991100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H2-b-2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인과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인터뷰</a:t>
            </a:r>
            <a:endParaRPr sz="1425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7010400" y="4991100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6771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프로토타입</a:t>
            </a:r>
            <a:endParaRPr sz="1425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457700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457700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48006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4800600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시장은 ‘온라인 주거 탐색’이 아니라 ‘탐색부터 공동 결정까지’로 잠근다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503735-40F7-4FEF-B49A-DCE9CA42BAB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대한민국 온라인 주거용 부동산 탐색·비교·의사결정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09800" y="2800350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57450" y="2686050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43325" y="2800350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90975" y="2686050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276850" y="2800350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24500" y="2686050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381875" y="2800350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29525" y="2686050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48775" y="2800350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96425" y="2686050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 실행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5285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INITIAL ENTRY  ·  관심매물 저장 이후  ·  전·월세 공동 주거 탐색자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 정의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 · 주거 형태 자체는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006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형태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245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계약·등기·보증보험·대출 실행 · 3인 이상 공동 결정</a:t>
            </a:r>
          </a:p>
        </p:txBody>
      </p:sp>
    </p:spTree>
    <p:extLst>
      <p:ext uri="{BB962C8B-B14F-4D97-AF65-F5344CB8AC3E}">
        <p14:creationId xmlns:p14="http://schemas.microsoft.com/office/powerpoint/2010/main"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경쟁보다 더 큰 압력은 이미 익숙한 대체 워크플로다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AED454-EA9D-4648-B146-544521CE6E4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docs/04-benchmarks.md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카톡·지도·엑셀·메모보다 시작이 복잡하면 쓰이지 않음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가입·초대·조건 입력 마찰을 최소화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매물 데이터를 읽어 판정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전략 결론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‘매물을 더 잘 찾기’보다 기존 탐색 위에 붙는 공동 의사결정 레이어</a:t>
            </a:r>
          </a:p>
        </p:txBody>
      </p:sp>
    </p:spTree>
    <p:extLst>
      <p:ext uri="{BB962C8B-B14F-4D97-AF65-F5344CB8AC3E}">
        <p14:creationId xmlns:p14="http://schemas.microsoft.com/office/powerpoint/2010/main"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SIZE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 규모는 ‘큰 숫자’보다 하한과 가정의 경계를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EC169E-B5AB-4C29-A17F-CE3A3DA5AE3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docs/03-evidence-log.md F13~F17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076450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 앱 이용자 자릿수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중간 · 중복 제거 불가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SAM 하한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2766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 95.2만 × 무주택 57.3%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높음 · 신혼부부만 반영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 시나리오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276725" y="414337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276725" y="44767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MAU 134만 × 가정 5/10/15%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276725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낮음 · 수요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57350"/>
            <a:ext cx="1762125" cy="314325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모바일 MAU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050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59080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59080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05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89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470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4700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89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528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3860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38600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52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096500" y="4276725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848850" y="4591050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SOM은 점선 범위로만 해석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054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해석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5782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보유 자산을 활용해 미점유 결정 구간을 공략한다 — 숫자의 확실성은 서로 다르다.</a:t>
            </a:r>
          </a:p>
        </p:txBody>
      </p:sp>
    </p:spTree>
    <p:extLst>
      <p:ext uri="{BB962C8B-B14F-4D97-AF65-F5344CB8AC3E}">
        <p14:creationId xmlns:p14="http://schemas.microsoft.com/office/powerpoint/2010/main"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VALUE CHAIN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가치사슬의 공백은 관심매물 저장과 문의·방문 사이에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5FD10B-FFD2-4EB8-AA58-7584012B148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docs/07-cjm-opportunity-score.md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정규화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705600" y="1619250"/>
            <a:ext cx="228600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7136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OPPORTUNITY ZONE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관심매물은 네이버에 남지만, 두 사람의 의견 조율은 여러 도구를 오간다는 팀의 관찰/추론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내부 행동 데이터로 확정된 사실이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285750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경계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2957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매물 DB · 검색을 만들지 않는다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 관심매물 최대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 조건을 적용한다</a:t>
            </a:r>
          </a:p>
        </p:txBody>
      </p:sp>
    </p:spTree>
    <p:extLst>
      <p:ext uri="{BB962C8B-B14F-4D97-AF65-F5344CB8AC3E}">
        <p14:creationId xmlns:p14="http://schemas.microsoft.com/office/powerpoint/2010/main"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KSF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성공조건은 데이터보다 ‘두 번째 사람을 끝까지 참여시키는 경험’에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H1 · docs/09-edge-cases.md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NAVER ASSETS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4960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DECISION KSF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조건이 매물이 바뀌어도 살아남는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중심의 낮은 초대 마찰과 최소 입력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후 기존 행동으로 자연스럽게 복귀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4355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H1 급소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5782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 B가 들어와 자기 조건까지 입력하는가?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8640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B가 오지 않아도 A는 막히지 않지만, 1인 경로를 주 경로로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제품 사용자는 넓게, 첫 검증 표본은 의도적으로 좁게 잡는다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docs/02-hypotheses.md H1 · docs/03-evidence-log.md I12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A8CB68-30A6-40BE-A5BE-7918E5A5A644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3714750" cy="1333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의지 높음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상대적으로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</a:t>
            </a:r>
            <a:r>
              <a:rPr sz="127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7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</a:t>
            </a:r>
            <a:r>
              <a:rPr sz="127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탐색자</a:t>
            </a:r>
            <a:r>
              <a:rPr sz="127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표본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완전공동형 — 두 사람이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· 부모–자녀 · 주도–승인형</a:t>
            </a:r>
          </a:p>
        </p:txBody>
      </p:sp>
    </p:spTree>
    <p:extLst>
      <p:ext uri="{BB962C8B-B14F-4D97-AF65-F5344CB8AC3E}">
        <p14:creationId xmlns:p14="http://schemas.microsoft.com/office/powerpoint/2010/main"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ROLES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만들고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수신자는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뒤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낸다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초대자 · PC WEB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수신자 · MOBILE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 탐색·저장 중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카카오톡 등에서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맥락을 알고 최소 입력으로 참여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권한은 대칭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B의 조건을 대신 바꾸지 않는다 · 진입 맥락과 기기는 다르지만 결정 비중은 같다</a:t>
            </a:r>
          </a:p>
        </p:txBody>
      </p:sp>
    </p:spTree>
    <p:extLst>
      <p:ext uri="{BB962C8B-B14F-4D97-AF65-F5344CB8AC3E}">
        <p14:creationId xmlns:p14="http://schemas.microsoft.com/office/powerpoint/2010/main"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JOURNEY / JTBD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원하는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2DAA4-2302-4A5E-B2D6-69180589E3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value-proposition_20260820.md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관찰/추론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B의 초대 맥락 부족과 의견 기준의 비구조화는 사용자 검증이 필요한 CJM 모델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JOB TO BE DONE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 저장한 관심매물 중, 감수할 조건을 알고 이번에 보러 갈 집 두 곳을 정한다.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Functional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476875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 얼마나 감수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Relational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 기준을 같은 비중으로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p14:creationId xmlns:p14="http://schemas.microsoft.com/office/powerpoint/2010/main"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OPPORTUNITY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중요한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기회는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교환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’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단계지만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아직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점수는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없다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36B699-38E5-4BF7-A58E-42452D6D90E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docs/01-team-brief.md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383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383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계산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0497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4787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383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383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20480F-9B8B-49B4-B8C8-3705F7F0F34C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209550" cy="4762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35305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WHY PRIORITY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기존 도구로 우회하기 가장 어려운 사람의 문제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‘그냥 별로’가 선택 근거로 이어지지 않는 구간 [추론]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앞 단계의 비교 노력을 다시 탐색으로 되돌릴 수 있음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Opportunity Score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281"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Importance +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max(Importance − Satisfaction, 0)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857750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 원자료 없음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수치 TBD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925050" y="4057650"/>
            <a:ext cx="142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OS ≥ 12 적용 여부는</a:t>
            </a:r>
          </a:p>
          <a:p>
            <a:pPr algn="ctr"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추후 조사 후 판단</a:t>
            </a:r>
          </a:p>
        </p:txBody>
      </p:sp>
    </p:spTree>
    <p:extLst>
      <p:ext uri="{BB962C8B-B14F-4D97-AF65-F5344CB8AC3E}">
        <p14:creationId xmlns:p14="http://schemas.microsoft.com/office/powerpoint/2010/main"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확인된 것은 반복 비교와 조건 충돌이며, ‘지연 인과’는 비어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732529-C406-48A6-A08B-ED4DE95C1DB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docs/03-evidence-log.md F1·F3·F26~F28 · docs/02-hypotheses.md H2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도구의 존재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6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18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18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18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참여·평가 형태의 존재 증명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충돌은 존재한다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H2-b-1 [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]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 때문에 결정이 지연된다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H2-b-2 · 직접 근거 미발견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반대 신호: Zillow 응답자의 60%는 ‘결국 상관없었다’고 회고</a:t>
            </a:r>
          </a:p>
        </p:txBody>
      </p:sp>
    </p:spTree>
    <p:extLst>
      <p:ext uri="{BB962C8B-B14F-4D97-AF65-F5344CB8AC3E}">
        <p14:creationId xmlns:p14="http://schemas.microsoft.com/office/powerpoint/2010/main"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우리가 풀 문제는 정보 수집이 아니라 ‘두 사람의 기준 차이를 설명하는 일’이다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A8C27F-8B09-4560-84BA-A05EBBDD654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§1 · docs/02-hypotheses.md H2 · PRD §6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 분산 → 수동 비교 → 의사결정 비용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 구해도 발생 · 기록/공유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조건 → 충돌 → 누가 무엇을 감수하는지 불명확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사람이 함께 결정할 때 생기는 추가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438400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647950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추론/검증 가설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30670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두 갈래가 만나는 지점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448050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후보를 정하는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의사결정 비용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5339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H2-a 반복 비교 [확인]  ·  H2-b-1 충돌 [확인]  ·  H2-b-2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626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질문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476875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‘우리 둘에게 가장 좋은 집은?’이 아니라  ‘무엇을 감수하고도 납득할 수 있는 집은?’</a:t>
            </a:r>
          </a:p>
        </p:txBody>
      </p:sp>
    </p:spTree>
    <p:extLst>
      <p:ext uri="{BB962C8B-B14F-4D97-AF65-F5344CB8AC3E}">
        <p14:creationId xmlns:p14="http://schemas.microsoft.com/office/powerpoint/2010/main"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SAME DOMAIN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동종 서비스는 저장과 평가는 해도 ‘누가 무엇을 양보하는지’는 가리지 못한다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7692CF-AA99-4223-8898-CA9BDB363F84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Tier 1·3 · docs/03-evidence-log.md F2·F27·F28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trade-off 설명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 검증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합산 없이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주체를 설명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289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289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 후보·데이터 사용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판정은 기회 구간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D2453C-F87F-4722-B0FF-4DF13D9BC221}"/>
              </a:ext>
            </a:extLst>
          </p:cNvPr>
          <p:cNvSpPr>
            <a:spLocks noGrp="1"/>
          </p:cNvSpPr>
          <p:nvPr/>
        </p:nvSpPr>
        <p:spPr>
          <a:xfrm>
            <a:off x="1123950" y="3429000"/>
            <a:ext cx="114300" cy="1143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집노트 등 20개+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6957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6957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6957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대부분 1인·총점·단방향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7A441B6-55A6-462F-B852-3D6A403ED42B}"/>
              </a:ext>
            </a:extLst>
          </p:cNvPr>
          <p:cNvSpPr>
            <a:spLocks noGrp="1"/>
          </p:cNvSpPr>
          <p:nvPr/>
        </p:nvSpPr>
        <p:spPr>
          <a:xfrm>
            <a:off x="3790950" y="4095750"/>
            <a:ext cx="114300" cy="1143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362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3624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3624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5AC4E49-271A-4691-8C7B-3E064A1C72A9}"/>
              </a:ext>
            </a:extLst>
          </p:cNvPr>
          <p:cNvSpPr>
            <a:spLocks noGrp="1"/>
          </p:cNvSpPr>
          <p:nvPr/>
        </p:nvSpPr>
        <p:spPr>
          <a:xfrm>
            <a:off x="3790950" y="4762500"/>
            <a:ext cx="114300" cy="1143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TwoKeys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292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평가·total rating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292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평가 형태 존재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292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조건을 매물에 저장·합산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12A465AD-6295-4E9C-BBE2-8D77407CFA0F}"/>
              </a:ext>
            </a:extLst>
          </p:cNvPr>
          <p:cNvSpPr>
            <a:spLocks noGrp="1"/>
          </p:cNvSpPr>
          <p:nvPr/>
        </p:nvSpPr>
        <p:spPr>
          <a:xfrm>
            <a:off x="6457950" y="5429250"/>
            <a:ext cx="114300" cy="1143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서비스 존재 ≠ 국내 수요·초대 수락·효과 검증</a:t>
            </a:r>
          </a:p>
        </p:txBody>
      </p:sp>
    </p:spTree>
    <p:extLst>
      <p:ext uri="{BB962C8B-B14F-4D97-AF65-F5344CB8AC3E}">
        <p14:creationId xmlns:p14="http://schemas.microsoft.com/office/powerpoint/2010/main"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ADJACENT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인접 서비스에서 가져올 것은 기능이 아니라 참여를 만드는 메커니즘이다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CFB905-1618-49D4-88A8-60FDF5966D5D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docs/02-hypotheses.md H1 · docs/03-evidence-log.md F3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2인 초대의 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 후 최소 입력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룸메이트 조건·성향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입력 부담 참고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판정 조건과 다름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투표·순위는 그대로 못 옮김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3405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 마찰을 어떤 방식으로 줄였는지 분해한다 — 서비스의 ‘하나의 정답’은 가져오지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CROSS INDUSTRY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교차산업의 핵심 교훈은 ‘집계보다 균형 있는 비교’다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B6419-0B52-4547-BF09-BDA03C08293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docs/05-tradeoff-patterns.md · docs/03-evidence-log.md F8~F11 · DOI 10.1177/0272989X211021397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ORIGINAL · OPTION GRID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옵션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B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연구 중 28개가 side-by-side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균형 인식 70~96% · 부동산 효과 전이는 추론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형식·균형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원칙만 전이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ADAPTED · JOINT HOUSING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총점으로 합치지 않고, ‘한쪽만 충족’을 설명 대상으로 유지한다.</a:t>
            </a:r>
          </a:p>
        </p:txBody>
      </p:sp>
    </p:spTree>
    <p:extLst>
      <p:ext uri="{BB962C8B-B14F-4D97-AF65-F5344CB8AC3E}">
        <p14:creationId xmlns:p14="http://schemas.microsoft.com/office/powerpoint/2010/main"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전이할 것은 ‘참여·병렬 비교·설명’, 변형할 것은 ‘하나의 답으로 수렴하는 방식’이다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B03DEE-2DC8-4D2E-A4BE-4D12699656A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docs/05-tradeoff-patterns.md · decisions/0001·0003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기본·코드 보조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381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 모바일에서 후보 맥락을 먼저 본다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38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side-by-side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블록의 크기·순서·손실/이득을 동일하게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39909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가치 우선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86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통근 → 추가 필수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400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옵션 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8267700" y="2381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열=사람, 행=조건으로 바꿔 한 매물의 대가를 비교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38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52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단일 결과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8267700" y="33337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상태만 설명하고 방문 후보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39909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개인 rating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8267700" y="4286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 사람에게 저장해 새 매물에 재적용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전이는 화면 복제가 아니라 작동 원리를 결정 단위에 맞게 바꾸는 일</a:t>
            </a:r>
          </a:p>
        </p:txBody>
      </p:sp>
    </p:spTree>
    <p:extLst>
      <p:ext uri="{BB962C8B-B14F-4D97-AF65-F5344CB8AC3E}">
        <p14:creationId xmlns:p14="http://schemas.microsoft.com/office/powerpoint/2010/main"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 · EXCLUDE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총점·자동 추천·투표는 결정을 빠르게 보여도 핵심 차이를 지운다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E741EE-B06E-4DA3-9533-95EC8491B65B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decisions/0001 · decisions/0004 · docs/05-tradeoff-patterns.md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Borda·순위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승패 프레임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가치 판단을 대행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 유지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2288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예산 충족 · 통근 +13분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6289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면적 충족 · 주차 확인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실제값 · 기준값 · 미달량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Least Misery 탈락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한쪽만 충족을 설명 대상으로 유지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 2개 선택 → 겹침·분할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아이소크론 후보 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출근지는 판정 조건 중 하나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평가적 사진 강조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식별 수준만 · 노출 범위 TBD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사진 TBD</a:t>
            </a:r>
          </a:p>
        </p:txBody>
      </p:sp>
    </p:spTree>
    <p:extLst>
      <p:ext uri="{BB962C8B-B14F-4D97-AF65-F5344CB8AC3E}">
        <p14:creationId xmlns:p14="http://schemas.microsoft.com/office/powerpoint/2010/main"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 차이를 보고, 둘이 납득할 방문 후보를 정한다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23544F-F7B5-4A0B-8E49-F45A2315F0C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rPr>
              <a:t>Source: value-proposition_20260820.md · PRD §7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 살 집을 구하는 두 사람이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 조건 충돌과 양보 지점을 한눈에 확인하고,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 납득할 수 있는 방문 후보를 함께 결정하도록 돕는다.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 충돌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누구의 무엇이 어긋나는가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Short VP  ·  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5개를 ‘정답 1개’가 아니라 ‘방문 후보 2개’로 바꾸는 과정이다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5F6273-F735-4EAF-A837-4A12415CE39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docs/08-screen-design.md · decisions/0003·0004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6076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5151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4485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848600" y="2171700"/>
            <a:ext cx="85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시 출근지·이동수단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 ·  추가 필수 0~4 · 선호 0~3 · 확인 필요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990600" y="42386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447800" y="41910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 2개 선택</a:t>
            </a: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3200400" y="4333875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581400" y="4305300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581400" y="42386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4038600" y="41910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 확정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791200" y="4333875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6172200" y="4305300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6172200" y="42386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629400" y="41910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1개만 겹치면 차이 재비교</a:t>
            </a: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382000" y="4333875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8763000" y="4305300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8763000" y="42386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220200" y="41910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 2라운드 후 분할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단계 2  ·  방문 전 중개사 질문  →  방문 후 공통 체크리스트  →  유지·보류·제외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정책 확정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안 함 = 통근·교통비 판정 제외 · 비교표에서 행 제거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705850" y="55911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완화는 자동 타협이 아니라 상태 변화 미리보기</a:t>
            </a:r>
          </a:p>
        </p:txBody>
      </p:sp>
    </p:spTree>
    <p:extLst>
      <p:ext uri="{BB962C8B-B14F-4D97-AF65-F5344CB8AC3E}">
        <p14:creationId xmlns:p14="http://schemas.microsoft.com/office/powerpoint/2010/main"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E2E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초대자의 후보 구성과 수신자의 저마찰 참여를 하나의 판단 흐름으로 잇는다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2818B4-82A5-483D-A849-111D74AFFDA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docs/10-data-integration.md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 조건·초대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 제안 선택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후 기록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SYSTEM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객체 초안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조건 저장·첫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문장·0건 분기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겹침·최대 2라운드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유지·보류·제외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후보·A 선호 먼저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로그인 방향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조건 대조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 필요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질문·체크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a16:creationId xmlns:a16="http://schemas.microsoft.com/office/drawing/2014/main"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3781425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3781425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3781425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7343775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7343775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7343775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867650" y="5600700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비로그인 정책 TBD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6102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B는 조건 입력 전에 후보와 초대 맥락을 먼저 본다.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9525000" y="56197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 기능의 비로그인 사용을 확정하지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CORE MOMENTS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핵심 화면은 ‘참여 이유 → 양보 이해 → 남은 한 자리 결정’을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9F2B79-8956-464A-B913-E78F11BC59A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docs/05-tradeoff-patterns.md · PRD §17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B-01 · B-02 · B-05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5개 + A 선호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이해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A-14b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A-16e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A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B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이미 겹친 1개는 유지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A-13b-2 상세 TBD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재탐색 필터 제안 화면은 핵심 8장에 포함됐지만 상세 미설계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610600" y="558165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Hero = 사진·추천 배지보다 양보 문장</a:t>
            </a:r>
          </a:p>
        </p:txBody>
      </p:sp>
    </p:spTree>
    <p:extLst>
      <p:ext uri="{BB962C8B-B14F-4D97-AF65-F5344CB8AC3E}">
        <p14:creationId xmlns:p14="http://schemas.microsoft.com/office/powerpoint/2010/main"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CONDITION MODEL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저장하고, ‘미충족·확인 필요·해당 없음’을 섞지 않는다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6041A1-B1A9-4FA8-93E4-1B539E67832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docs/09-edge-cases.md · decisions/0003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28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193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공통 필수 · 사람마다 상한 가능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527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432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 후 해당자만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766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추가 필수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670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0~4개 · 사용자 선택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004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7909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자유 문장 0~3개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243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148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 · 상한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482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387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공통 · 고르지 않음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· 통근시간 · 역 도보 · 전용면적 · 주차 · 매물 유형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상태는 서로 다른 의미다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3431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미충족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3336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재봤고 기준에 못 미침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3362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실제값·기준값·미달량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0861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계산 불가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0765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경로/데이터 계산 실패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07657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오류 안내 · 미충족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8290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8195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데이터로 판정 불가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1952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전 질문 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5720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5624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잴 대상이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6247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 제거 · 예: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 안 함 = 정상 경로 · 통근·교통비 판정 제외</a:t>
            </a:r>
          </a:p>
        </p:txBody>
      </p:sp>
    </p:spTree>
    <p:extLst>
      <p:ext uri="{BB962C8B-B14F-4D97-AF65-F5344CB8AC3E}">
        <p14:creationId xmlns:p14="http://schemas.microsoft.com/office/powerpoint/2010/main"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SYSTEM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시스템은 매물을 복제하지 않고 ‘읽고, 판정하고, 네이버로 돌려보낸다’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85686C-2730-4FE4-B029-9C988497420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docs/10-data-integration.md · docs/06-cost-model.md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READ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주차·역 도보·거래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DECIDE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결정 레이어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판정·미달량·양보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검색 / 방문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사용자가 필터를 눌러 재탐색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방문·문의 행동으로 복귀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임시 조건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 코드 연결 · 마지막 접근 +30일 삭제 · 로그인 시 이관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(출근지, 매물 좌표, 이동수단) 캐시 · 출근 안 함은 호출 제외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기회비용·대출이자·월세·관리비·교통비·초기비용 + 전제·기준일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41719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내부 의존성 TBD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53390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검색 count · 필터 파라미터 · 경로 비용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사진·설명·중개사 정보는 판정 데이터로 받지 않음 · 네이버 매물 데이터에 write하지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PURPOSE / SCOPE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PRD 목표는 방문 후보 2개를 ‘근거를 알고’ 정하게 하는 것이다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§8·§21·§22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7907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PRODUCT GOAL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14500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각 매물의 충족·미달·확인 사항을 이해하고, 자기 판단으로 방문 후보 2개를 정한다.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1 · 검증 코어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필수 + 출근 여부 분기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판정·비용·통근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완화·0건 분기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2 · 종료점 완성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FT8  방문 전 중개사 질문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FT9  방문 후 체크리스트·유지/보류/제외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NON-GOALS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종합점수 · AI 최종 선택 · 계약/대출 실행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 수치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· 후보 ≤ 5 · 추가 필수 0~4 · 선호 0~3 · 결과 2 · 최대 2라운드</a:t>
            </a:r>
          </a:p>
        </p:txBody>
      </p:sp>
    </p:spTree>
    <p:extLst>
      <p:ext uri="{BB962C8B-B14F-4D97-AF65-F5344CB8AC3E}">
        <p14:creationId xmlns:p14="http://schemas.microsoft.com/office/powerpoint/2010/main"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FUNCTIONAL REQUIREMENTS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25개 요구사항은 ‘참여 → 조건 → 판정 → trade-off → 결정 → 지속’으로 연결된다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§16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FR-01 · 05~09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1~5개 · 링크/코드 · B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FR-02~04 · 07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필수 · 출근 여부 · 선택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FR-10~11 · 20~21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trade-off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FR-12~14 · 25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주체·미달량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막다른 길·결정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FR-15~17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0건 분기 · 각자 2개 · 최대 2라운드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반복과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FR-18~19 · 22~24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소진 · 질문·방문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AI는 비교·설명한다  ·  최종 후보·순위·강제 타협·상대 조건 변경은 사용자가 결정한다</a:t>
            </a:r>
          </a:p>
        </p:txBody>
      </p:sp>
    </p:spTree>
    <p:extLst>
      <p:ext uri="{BB962C8B-B14F-4D97-AF65-F5344CB8AC3E}">
        <p14:creationId xmlns:p14="http://schemas.microsoft.com/office/powerpoint/2010/main"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56개 AC는 화면 존재보다 ‘판단을 왜곡하지 않는가’를 검수한다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CA5DEB-1702-4DB0-902F-D3BCB9BCDAC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· AC Summary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002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FR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714500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002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작성 완료 AC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002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 FR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002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일부 TBD FR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일부 TBD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FR-07 · 08 · 15 · 16 · 23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FR-01~09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후보·초대·조건·로그인·1인 빈 경로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FR-10~16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판정·양보·완화·0건 분기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FR-17~25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2개·지속·소진·질문·가드레일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대표 Guardrail AC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AC-02-03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출근지·이동수단 미요구 · 통근 제외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AC-10-02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AC-17-03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0개/2라운드 불일치 → 분할 · 투표·자동선택 금지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AC-20-03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해당 없음 · 비교표 통근 행 제거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AC-25-02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적합도·추천 배지·AI 최종 선택 미표시</a:t>
            </a:r>
          </a:p>
        </p:txBody>
      </p:sp>
    </p:spTree>
    <p:extLst>
      <p:ext uri="{BB962C8B-B14F-4D97-AF65-F5344CB8AC3E}">
        <p14:creationId xmlns:p14="http://schemas.microsoft.com/office/powerpoint/2010/main"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VALIDATION · KPI / GUARDRAIL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성공은 ‘빠른 계약’이 아니라 참여부터 방문 후보 결정까지의 검증으로 측정한다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4FC30-2621-4B2F-9C6C-92584C6DF7F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docs/02-hypotheses.md · docs/11-decision-status.md · PRD §23~§24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7907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NORTH STAR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714500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 발송 건 중 7일 안에 ‘보러 갈 집 2개’가 정해진 비율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목표값 TBD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7일 적정성도 첫 측정 후 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진입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H2-b-2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경험 + 원인 분리 인터뷰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급소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PROTOTYPE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단계 1 코어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전제 통과 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H3/H4/H5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입력·신뢰·지속성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48101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48101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48101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A/B 동일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48101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48101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동의 없는 조건 변경 없음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성공지표로 쓰지 않음  ·  결정 시간 단축 · 갈등 감소 · 계약 전환 상승 · 탐색 기간 감소</a:t>
            </a:r>
          </a:p>
        </p:txBody>
      </p:sp>
    </p:spTree>
    <p:extLst>
      <p:ext uri="{BB962C8B-B14F-4D97-AF65-F5344CB8AC3E}">
        <p14:creationId xmlns:p14="http://schemas.microsoft.com/office/powerpoint/2010/main"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RISKS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큰 리스크는 기능 부족이 아니라 ‘B가 오지 않거나 문제가 다른 가능성’이다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 §25~§26 · docs/02-hypotheses.md · docs/09-edge-cases.md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 초대에 들어오지 않음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H1 선행 측정 · 1인 빈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충돌이 지연의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원인 분리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점진적 공개 · 모든 숫자 옆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내부 API·비로그인 정책 불가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확인 전제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소진 · 분할 수용성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사용성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리스크 우선순위 = 화면 완성도보다 제품 전제와 문제 인과의 불확실성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LIMITS · NEXT DECISION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지금 확정할 수 있는 것은 제품 방향이고, 다음 결정은 H1·H2-b-2가 만든다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_00_READ_FIRST.md · docs/11-decision-status.md · docs/02-hypotheses.md · docs/03-evidence-log.md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저장 이후 2인 공동 결정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93370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AI는 설명 · 방문 후보 2개는 사용자가 선택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미검증 / 한계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6695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H2-b-2 직접 근거 미발견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93370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Zillow는 미국·2020·매매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60045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국내 초대 수락·효과·내부 API 미확인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6695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1. H1 3단 깔때기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93370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2. H2-b-2 원인 분리 인터뷰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60045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3. 통과 시 단계 1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많이 만들기 전에, 2인 참여와 문제 인과부터 확인한다. 통과하면 조건 차이를 설명하는 MVP 단계 1로 간다.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Handoff · decisions · evidence · hypotheses · trade-off patterns · screen design · VP · AC 포함 PRD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5800</Words>
  <Application>Microsoft Office PowerPoint</Application>
  <DocSecurity>0</DocSecurity>
  <PresentationFormat>와이드스크린</PresentationFormat>
  <Paragraphs>972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4</cp:revision>
  <dcterms:created xsi:type="dcterms:W3CDTF">2026-08-20T07:13:26Z</dcterms:created>
  <dcterms:modified xsi:type="dcterms:W3CDTF">2026-08-20T08:32:44Z</dcterms:modified>
</cp:coreProperties>
</file>